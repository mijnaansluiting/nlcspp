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3CD_8DB43B2E.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4"/>
  </p:notesMasterIdLst>
  <p:sldIdLst>
    <p:sldId id="959" r:id="rId5"/>
    <p:sldId id="968" r:id="rId6"/>
    <p:sldId id="808" r:id="rId7"/>
    <p:sldId id="809" r:id="rId8"/>
    <p:sldId id="814" r:id="rId9"/>
    <p:sldId id="960" r:id="rId10"/>
    <p:sldId id="974" r:id="rId11"/>
    <p:sldId id="970" r:id="rId12"/>
    <p:sldId id="965" r:id="rId13"/>
    <p:sldId id="978" r:id="rId14"/>
    <p:sldId id="971" r:id="rId15"/>
    <p:sldId id="964" r:id="rId16"/>
    <p:sldId id="999" r:id="rId17"/>
    <p:sldId id="1000" r:id="rId18"/>
    <p:sldId id="973" r:id="rId19"/>
    <p:sldId id="1018" r:id="rId20"/>
    <p:sldId id="1003" r:id="rId21"/>
    <p:sldId id="976" r:id="rId22"/>
    <p:sldId id="990" r:id="rId23"/>
    <p:sldId id="977" r:id="rId24"/>
    <p:sldId id="984" r:id="rId25"/>
    <p:sldId id="997" r:id="rId26"/>
    <p:sldId id="998" r:id="rId27"/>
    <p:sldId id="1001" r:id="rId28"/>
    <p:sldId id="966" r:id="rId29"/>
    <p:sldId id="979" r:id="rId30"/>
    <p:sldId id="982" r:id="rId31"/>
    <p:sldId id="985" r:id="rId32"/>
    <p:sldId id="988" r:id="rId33"/>
    <p:sldId id="989" r:id="rId34"/>
    <p:sldId id="996" r:id="rId35"/>
    <p:sldId id="1019" r:id="rId36"/>
    <p:sldId id="994" r:id="rId37"/>
    <p:sldId id="1017" r:id="rId38"/>
    <p:sldId id="1013" r:id="rId39"/>
    <p:sldId id="992" r:id="rId40"/>
    <p:sldId id="993" r:id="rId41"/>
    <p:sldId id="1004" r:id="rId42"/>
    <p:sldId id="1005" r:id="rId43"/>
    <p:sldId id="1007" r:id="rId44"/>
    <p:sldId id="1006" r:id="rId45"/>
    <p:sldId id="1008" r:id="rId46"/>
    <p:sldId id="1010" r:id="rId47"/>
    <p:sldId id="1011" r:id="rId48"/>
    <p:sldId id="1012" r:id="rId49"/>
    <p:sldId id="1016" r:id="rId50"/>
    <p:sldId id="1009" r:id="rId51"/>
    <p:sldId id="1014" r:id="rId52"/>
    <p:sldId id="987" r:id="rId53"/>
    <p:sldId id="986" r:id="rId54"/>
    <p:sldId id="969" r:id="rId55"/>
    <p:sldId id="983" r:id="rId56"/>
    <p:sldId id="1002" r:id="rId57"/>
    <p:sldId id="975" r:id="rId58"/>
    <p:sldId id="961" r:id="rId59"/>
    <p:sldId id="962" r:id="rId60"/>
    <p:sldId id="963" r:id="rId61"/>
    <p:sldId id="981" r:id="rId62"/>
    <p:sldId id="1015" r:id="rId63"/>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67" userDrawn="1">
          <p15:clr>
            <a:srgbClr val="A4A3A4"/>
          </p15:clr>
        </p15:guide>
        <p15:guide id="2" pos="4520" userDrawn="1">
          <p15:clr>
            <a:srgbClr val="A4A3A4"/>
          </p15:clr>
        </p15:guide>
        <p15:guide id="3" orient="horz" pos="102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F5333C-4193-3E9C-E3D7-1A22FF3C45E0}" name="Dimitry  Dekker | Net4s" initials="DN" userId="S::d.dekker_net4s.nl#ext#@mijnaansluiting.onmicrosoft.com::0869ab81-e584-475d-a7c2-27d2ea4307eb" providerId="AD"/>
  <p188:author id="{E2D41D69-66A6-BF80-A02F-6756DD8D1889}" name="Peter van Dijk" initials="PD" userId="S::peter.van.dijk_sogelink.com#ext#@mijnaansluiting.onmicrosoft.com::44e26519-550c-4dd6-a363-fba77210d50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ik Top" initials="DT" lastIdx="2" clrIdx="0">
    <p:extLst>
      <p:ext uri="{19B8F6BF-5375-455C-9EA6-DF929625EA0E}">
        <p15:presenceInfo xmlns:p15="http://schemas.microsoft.com/office/powerpoint/2012/main" userId="S::dik.top@alliander.com::c8151931-4668-4bee-bc09-d4855380e7b3" providerId="AD"/>
      </p:ext>
    </p:extLst>
  </p:cmAuthor>
  <p:cmAuthor id="2" name="Noesjka Buitenkamp" initials="NB" lastIdx="2" clrIdx="1">
    <p:extLst>
      <p:ext uri="{19B8F6BF-5375-455C-9EA6-DF929625EA0E}">
        <p15:presenceInfo xmlns:p15="http://schemas.microsoft.com/office/powerpoint/2012/main" userId="S::noesjka.buitenkamp@alliander.com::eba51179-862a-42eb-b39c-4321df1aa6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2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CF5B8-9BE1-1491-43DB-579A800CF7D7}" v="2" dt="2025-03-17T18:50:30.347"/>
    <p1510:client id="{F5357F1A-3952-575C-90C7-1ECA5D25A0FA}" v="3" dt="2025-03-18T08:23:30.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1" autoAdjust="0"/>
    <p:restoredTop sz="88721" autoAdjust="0"/>
  </p:normalViewPr>
  <p:slideViewPr>
    <p:cSldViewPr snapToGrid="0">
      <p:cViewPr varScale="1">
        <p:scale>
          <a:sx n="86" d="100"/>
          <a:sy n="86" d="100"/>
        </p:scale>
        <p:origin x="305" y="36"/>
      </p:cViewPr>
      <p:guideLst>
        <p:guide orient="horz" pos="3067"/>
        <p:guide pos="4520"/>
        <p:guide orient="horz" pos="1026"/>
      </p:guideLst>
    </p:cSldViewPr>
  </p:slideViewPr>
  <p:notesTextViewPr>
    <p:cViewPr>
      <p:scale>
        <a:sx n="3" d="2"/>
        <a:sy n="3" d="2"/>
      </p:scale>
      <p:origin x="0" y="0"/>
    </p:cViewPr>
  </p:notesTextViewPr>
  <p:gridSpacing cx="360000" cy="360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mitry  Dekker | Net4s" userId="02ae06cd-e86a-4420-a139-5f9f88759649" providerId="ADAL" clId="{FE1A7D4F-54AF-41B1-873C-6B6F71AB2328}"/>
    <pc:docChg chg="addSld modSld">
      <pc:chgData name="Dimitry  Dekker | Net4s" userId="02ae06cd-e86a-4420-a139-5f9f88759649" providerId="ADAL" clId="{FE1A7D4F-54AF-41B1-873C-6B6F71AB2328}" dt="2025-02-07T10:22:20.374" v="342" actId="108"/>
      <pc:docMkLst>
        <pc:docMk/>
      </pc:docMkLst>
      <pc:sldChg chg="modSp mod">
        <pc:chgData name="Dimitry  Dekker | Net4s" userId="02ae06cd-e86a-4420-a139-5f9f88759649" providerId="ADAL" clId="{FE1A7D4F-54AF-41B1-873C-6B6F71AB2328}" dt="2025-02-06T16:27:15.754" v="3" actId="20577"/>
        <pc:sldMkLst>
          <pc:docMk/>
          <pc:sldMk cId="2770942054" sldId="977"/>
        </pc:sldMkLst>
        <pc:spChg chg="mod">
          <ac:chgData name="Dimitry  Dekker | Net4s" userId="02ae06cd-e86a-4420-a139-5f9f88759649" providerId="ADAL" clId="{FE1A7D4F-54AF-41B1-873C-6B6F71AB2328}" dt="2025-02-06T16:27:15.754" v="3" actId="20577"/>
          <ac:spMkLst>
            <pc:docMk/>
            <pc:sldMk cId="2770942054" sldId="977"/>
            <ac:spMk id="2" creationId="{CC5E75EC-7E45-910B-A727-AFAB16ECE8BE}"/>
          </ac:spMkLst>
        </pc:spChg>
      </pc:sldChg>
      <pc:sldChg chg="modSp mod">
        <pc:chgData name="Dimitry  Dekker | Net4s" userId="02ae06cd-e86a-4420-a139-5f9f88759649" providerId="ADAL" clId="{FE1A7D4F-54AF-41B1-873C-6B6F71AB2328}" dt="2025-02-06T16:33:10.523" v="88" actId="20577"/>
        <pc:sldMkLst>
          <pc:docMk/>
          <pc:sldMk cId="1018532844" sldId="986"/>
        </pc:sldMkLst>
        <pc:spChg chg="mod">
          <ac:chgData name="Dimitry  Dekker | Net4s" userId="02ae06cd-e86a-4420-a139-5f9f88759649" providerId="ADAL" clId="{FE1A7D4F-54AF-41B1-873C-6B6F71AB2328}" dt="2025-02-06T16:33:10.523" v="88" actId="20577"/>
          <ac:spMkLst>
            <pc:docMk/>
            <pc:sldMk cId="1018532844" sldId="986"/>
            <ac:spMk id="2" creationId="{B76C087A-F9DF-2F82-E6E8-C2F4131618A6}"/>
          </ac:spMkLst>
        </pc:spChg>
      </pc:sldChg>
      <pc:sldChg chg="modSp mod">
        <pc:chgData name="Dimitry  Dekker | Net4s" userId="02ae06cd-e86a-4420-a139-5f9f88759649" providerId="ADAL" clId="{FE1A7D4F-54AF-41B1-873C-6B6F71AB2328}" dt="2025-02-06T16:32:49.424" v="87" actId="20577"/>
        <pc:sldMkLst>
          <pc:docMk/>
          <pc:sldMk cId="3619678552" sldId="987"/>
        </pc:sldMkLst>
        <pc:spChg chg="mod">
          <ac:chgData name="Dimitry  Dekker | Net4s" userId="02ae06cd-e86a-4420-a139-5f9f88759649" providerId="ADAL" clId="{FE1A7D4F-54AF-41B1-873C-6B6F71AB2328}" dt="2025-02-06T16:32:49.424" v="87" actId="20577"/>
          <ac:spMkLst>
            <pc:docMk/>
            <pc:sldMk cId="3619678552" sldId="987"/>
            <ac:spMk id="2" creationId="{78DE617A-D378-5247-DE7F-9C3F3B5AE1C0}"/>
          </ac:spMkLst>
        </pc:spChg>
      </pc:sldChg>
      <pc:sldChg chg="modSp new mod">
        <pc:chgData name="Dimitry  Dekker | Net4s" userId="02ae06cd-e86a-4420-a139-5f9f88759649" providerId="ADAL" clId="{FE1A7D4F-54AF-41B1-873C-6B6F71AB2328}" dt="2025-02-07T10:18:08.054" v="284" actId="20577"/>
        <pc:sldMkLst>
          <pc:docMk/>
          <pc:sldMk cId="3993866955" sldId="1018"/>
        </pc:sldMkLst>
        <pc:spChg chg="mod">
          <ac:chgData name="Dimitry  Dekker | Net4s" userId="02ae06cd-e86a-4420-a139-5f9f88759649" providerId="ADAL" clId="{FE1A7D4F-54AF-41B1-873C-6B6F71AB2328}" dt="2025-02-07T10:18:08.054" v="284" actId="20577"/>
          <ac:spMkLst>
            <pc:docMk/>
            <pc:sldMk cId="3993866955" sldId="1018"/>
            <ac:spMk id="2" creationId="{B4A0B9DC-37F0-8175-27EA-A1001D0F3EC6}"/>
          </ac:spMkLst>
        </pc:spChg>
        <pc:spChg chg="mod">
          <ac:chgData name="Dimitry  Dekker | Net4s" userId="02ae06cd-e86a-4420-a139-5f9f88759649" providerId="ADAL" clId="{FE1A7D4F-54AF-41B1-873C-6B6F71AB2328}" dt="2025-02-07T10:18:01.410" v="275" actId="20577"/>
          <ac:spMkLst>
            <pc:docMk/>
            <pc:sldMk cId="3993866955" sldId="1018"/>
            <ac:spMk id="3" creationId="{01F714AC-9BF4-F502-D7E7-8256A5D1C679}"/>
          </ac:spMkLst>
        </pc:spChg>
      </pc:sldChg>
      <pc:sldChg chg="modSp new mod">
        <pc:chgData name="Dimitry  Dekker | Net4s" userId="02ae06cd-e86a-4420-a139-5f9f88759649" providerId="ADAL" clId="{FE1A7D4F-54AF-41B1-873C-6B6F71AB2328}" dt="2025-02-07T10:22:20.374" v="342" actId="108"/>
        <pc:sldMkLst>
          <pc:docMk/>
          <pc:sldMk cId="3069154466" sldId="1019"/>
        </pc:sldMkLst>
        <pc:spChg chg="mod">
          <ac:chgData name="Dimitry  Dekker | Net4s" userId="02ae06cd-e86a-4420-a139-5f9f88759649" providerId="ADAL" clId="{FE1A7D4F-54AF-41B1-873C-6B6F71AB2328}" dt="2025-02-07T10:22:20.374" v="342" actId="108"/>
          <ac:spMkLst>
            <pc:docMk/>
            <pc:sldMk cId="3069154466" sldId="1019"/>
            <ac:spMk id="2" creationId="{F3D4B1B6-3BE7-B8C0-90F7-7943B5A29DDD}"/>
          </ac:spMkLst>
        </pc:spChg>
        <pc:spChg chg="mod">
          <ac:chgData name="Dimitry  Dekker | Net4s" userId="02ae06cd-e86a-4420-a139-5f9f88759649" providerId="ADAL" clId="{FE1A7D4F-54AF-41B1-873C-6B6F71AB2328}" dt="2025-02-07T10:21:18.742" v="319" actId="20577"/>
          <ac:spMkLst>
            <pc:docMk/>
            <pc:sldMk cId="3069154466" sldId="1019"/>
            <ac:spMk id="3" creationId="{349C6BD1-1C8C-45BA-D489-1C4C52F24580}"/>
          </ac:spMkLst>
        </pc:spChg>
      </pc:sldChg>
    </pc:docChg>
  </pc:docChgLst>
  <pc:docChgLst>
    <pc:chgData name="Dimitry  Dekker | Net4s" userId="02ae06cd-e86a-4420-a139-5f9f88759649" providerId="ADAL" clId="{06A594E1-2BF5-40DB-B6AA-081D9D95CA2E}"/>
    <pc:docChg chg="custSel modSld">
      <pc:chgData name="Dimitry  Dekker | Net4s" userId="02ae06cd-e86a-4420-a139-5f9f88759649" providerId="ADAL" clId="{06A594E1-2BF5-40DB-B6AA-081D9D95CA2E}" dt="2024-12-10T14:46:17.167" v="426" actId="20577"/>
      <pc:docMkLst>
        <pc:docMk/>
      </pc:docMkLst>
      <pc:sldChg chg="modSp mod">
        <pc:chgData name="Dimitry  Dekker | Net4s" userId="02ae06cd-e86a-4420-a139-5f9f88759649" providerId="ADAL" clId="{06A594E1-2BF5-40DB-B6AA-081D9D95CA2E}" dt="2024-12-10T14:41:14.261" v="243" actId="20578"/>
        <pc:sldMkLst>
          <pc:docMk/>
          <pc:sldMk cId="2770942054" sldId="977"/>
        </pc:sldMkLst>
        <pc:spChg chg="mod">
          <ac:chgData name="Dimitry  Dekker | Net4s" userId="02ae06cd-e86a-4420-a139-5f9f88759649" providerId="ADAL" clId="{06A594E1-2BF5-40DB-B6AA-081D9D95CA2E}" dt="2024-12-10T14:41:14.261" v="243" actId="20578"/>
          <ac:spMkLst>
            <pc:docMk/>
            <pc:sldMk cId="2770942054" sldId="977"/>
            <ac:spMk id="2" creationId="{CC5E75EC-7E45-910B-A727-AFAB16ECE8BE}"/>
          </ac:spMkLst>
        </pc:spChg>
      </pc:sldChg>
      <pc:sldChg chg="modSp mod">
        <pc:chgData name="Dimitry  Dekker | Net4s" userId="02ae06cd-e86a-4420-a139-5f9f88759649" providerId="ADAL" clId="{06A594E1-2BF5-40DB-B6AA-081D9D95CA2E}" dt="2024-12-10T14:40:18.985" v="148" actId="20578"/>
        <pc:sldMkLst>
          <pc:docMk/>
          <pc:sldMk cId="367126753" sldId="984"/>
        </pc:sldMkLst>
        <pc:spChg chg="mod">
          <ac:chgData name="Dimitry  Dekker | Net4s" userId="02ae06cd-e86a-4420-a139-5f9f88759649" providerId="ADAL" clId="{06A594E1-2BF5-40DB-B6AA-081D9D95CA2E}" dt="2024-12-10T14:40:18.985" v="148" actId="20578"/>
          <ac:spMkLst>
            <pc:docMk/>
            <pc:sldMk cId="367126753" sldId="984"/>
            <ac:spMk id="2" creationId="{FBE192D4-0AD8-837B-499D-E13BA846D27A}"/>
          </ac:spMkLst>
        </pc:spChg>
      </pc:sldChg>
      <pc:sldChg chg="delSp modSp mod">
        <pc:chgData name="Dimitry  Dekker | Net4s" userId="02ae06cd-e86a-4420-a139-5f9f88759649" providerId="ADAL" clId="{06A594E1-2BF5-40DB-B6AA-081D9D95CA2E}" dt="2024-12-10T14:34:37.614" v="7" actId="1076"/>
        <pc:sldMkLst>
          <pc:docMk/>
          <pc:sldMk cId="3870640822" sldId="997"/>
        </pc:sldMkLst>
        <pc:spChg chg="mod">
          <ac:chgData name="Dimitry  Dekker | Net4s" userId="02ae06cd-e86a-4420-a139-5f9f88759649" providerId="ADAL" clId="{06A594E1-2BF5-40DB-B6AA-081D9D95CA2E}" dt="2024-12-10T14:34:37.614" v="7" actId="1076"/>
          <ac:spMkLst>
            <pc:docMk/>
            <pc:sldMk cId="3870640822" sldId="997"/>
            <ac:spMk id="2" creationId="{C6121898-EA61-33B5-F721-020D90495697}"/>
          </ac:spMkLst>
        </pc:spChg>
        <pc:picChg chg="mod">
          <ac:chgData name="Dimitry  Dekker | Net4s" userId="02ae06cd-e86a-4420-a139-5f9f88759649" providerId="ADAL" clId="{06A594E1-2BF5-40DB-B6AA-081D9D95CA2E}" dt="2024-12-10T14:34:21.716" v="6" actId="14100"/>
          <ac:picMkLst>
            <pc:docMk/>
            <pc:sldMk cId="3870640822" sldId="997"/>
            <ac:picMk id="6" creationId="{0D39F426-F298-E5B2-A1D1-611AF2564066}"/>
          </ac:picMkLst>
        </pc:picChg>
      </pc:sldChg>
      <pc:sldChg chg="delSp modSp mod">
        <pc:chgData name="Dimitry  Dekker | Net4s" userId="02ae06cd-e86a-4420-a139-5f9f88759649" providerId="ADAL" clId="{06A594E1-2BF5-40DB-B6AA-081D9D95CA2E}" dt="2024-12-10T14:24:35.363" v="2" actId="14100"/>
        <pc:sldMkLst>
          <pc:docMk/>
          <pc:sldMk cId="501250429" sldId="998"/>
        </pc:sldMkLst>
        <pc:picChg chg="mod">
          <ac:chgData name="Dimitry  Dekker | Net4s" userId="02ae06cd-e86a-4420-a139-5f9f88759649" providerId="ADAL" clId="{06A594E1-2BF5-40DB-B6AA-081D9D95CA2E}" dt="2024-12-10T14:24:35.363" v="2" actId="14100"/>
          <ac:picMkLst>
            <pc:docMk/>
            <pc:sldMk cId="501250429" sldId="998"/>
            <ac:picMk id="2" creationId="{D28A0CE6-8138-C123-5787-7062DBA5E7FE}"/>
          </ac:picMkLst>
        </pc:picChg>
      </pc:sldChg>
      <pc:sldChg chg="modSp mod">
        <pc:chgData name="Dimitry  Dekker | Net4s" userId="02ae06cd-e86a-4420-a139-5f9f88759649" providerId="ADAL" clId="{06A594E1-2BF5-40DB-B6AA-081D9D95CA2E}" dt="2024-12-10T14:46:17.167" v="426" actId="20577"/>
        <pc:sldMkLst>
          <pc:docMk/>
          <pc:sldMk cId="1609221464" sldId="1015"/>
        </pc:sldMkLst>
        <pc:spChg chg="mod">
          <ac:chgData name="Dimitry  Dekker | Net4s" userId="02ae06cd-e86a-4420-a139-5f9f88759649" providerId="ADAL" clId="{06A594E1-2BF5-40DB-B6AA-081D9D95CA2E}" dt="2024-12-10T14:46:17.167" v="426" actId="20577"/>
          <ac:spMkLst>
            <pc:docMk/>
            <pc:sldMk cId="1609221464" sldId="1015"/>
            <ac:spMk id="2" creationId="{86BFA8B4-7282-A3DA-AC60-586AAEB96E56}"/>
          </ac:spMkLst>
        </pc:spChg>
      </pc:sldChg>
    </pc:docChg>
  </pc:docChgLst>
  <pc:docChgLst>
    <pc:chgData name="Dimitry  Dekker | Net4s" userId="02ae06cd-e86a-4420-a139-5f9f88759649" providerId="ADAL" clId="{2A0EBE77-6621-4033-B7CC-06873794E82B}"/>
    <pc:docChg chg="custSel modSld">
      <pc:chgData name="Dimitry  Dekker | Net4s" userId="02ae06cd-e86a-4420-a139-5f9f88759649" providerId="ADAL" clId="{2A0EBE77-6621-4033-B7CC-06873794E82B}" dt="2024-11-07T10:17:48.971" v="31" actId="20577"/>
      <pc:docMkLst>
        <pc:docMk/>
      </pc:docMkLst>
      <pc:sldChg chg="modSp mod">
        <pc:chgData name="Dimitry  Dekker | Net4s" userId="02ae06cd-e86a-4420-a139-5f9f88759649" providerId="ADAL" clId="{2A0EBE77-6621-4033-B7CC-06873794E82B}" dt="2024-11-07T10:17:48.971" v="31" actId="20577"/>
        <pc:sldMkLst>
          <pc:docMk/>
          <pc:sldMk cId="1609221464" sldId="1015"/>
        </pc:sldMkLst>
      </pc:sldChg>
    </pc:docChg>
  </pc:docChgLst>
  <pc:docChgLst>
    <pc:chgData name="Peter van Dijk" userId="S::peter.van.dijk_sogelink.com#ext#@mijnaansluiting.onmicrosoft.com::44e26519-550c-4dd6-a363-fba77210d50f" providerId="AD" clId="Web-{20ACF5B8-9BE1-1491-43DB-579A800CF7D7}"/>
    <pc:docChg chg="mod">
      <pc:chgData name="Peter van Dijk" userId="S::peter.van.dijk_sogelink.com#ext#@mijnaansluiting.onmicrosoft.com::44e26519-550c-4dd6-a363-fba77210d50f" providerId="AD" clId="Web-{20ACF5B8-9BE1-1491-43DB-579A800CF7D7}" dt="2025-03-17T18:50:30.347" v="0"/>
      <pc:docMkLst>
        <pc:docMk/>
      </pc:docMkLst>
    </pc:docChg>
  </pc:docChgLst>
  <pc:docChgLst>
    <pc:chgData name="Frank van der Heijden" userId="c03fda13-f2da-4f8e-9305-090b691101c4" providerId="ADAL" clId="{6512938A-8B1C-4668-A063-DFF8F8BF4215}"/>
    <pc:docChg chg="modSld">
      <pc:chgData name="Frank van der Heijden" userId="c03fda13-f2da-4f8e-9305-090b691101c4" providerId="ADAL" clId="{6512938A-8B1C-4668-A063-DFF8F8BF4215}" dt="2024-05-29T08:59:13.436" v="27" actId="20577"/>
      <pc:docMkLst>
        <pc:docMk/>
      </pc:docMkLst>
      <pc:sldChg chg="modSp">
        <pc:chgData name="Frank van der Heijden" userId="c03fda13-f2da-4f8e-9305-090b691101c4" providerId="ADAL" clId="{6512938A-8B1C-4668-A063-DFF8F8BF4215}" dt="2024-05-29T08:59:13.436" v="27" actId="20577"/>
        <pc:sldMkLst>
          <pc:docMk/>
          <pc:sldMk cId="1609221464" sldId="1015"/>
        </pc:sldMkLst>
      </pc:sldChg>
    </pc:docChg>
  </pc:docChgLst>
  <pc:docChgLst>
    <pc:chgData name="Dimitry  Dekker | Net4s" userId="S::d.dekker_net4s.nl#ext#@mijnaansluiting.onmicrosoft.com::0869ab81-e584-475d-a7c2-27d2ea4307eb" providerId="AD" clId="Web-{F5357F1A-3952-575C-90C7-1ECA5D25A0FA}"/>
    <pc:docChg chg="mod">
      <pc:chgData name="Dimitry  Dekker | Net4s" userId="S::d.dekker_net4s.nl#ext#@mijnaansluiting.onmicrosoft.com::0869ab81-e584-475d-a7c2-27d2ea4307eb" providerId="AD" clId="Web-{F5357F1A-3952-575C-90C7-1ECA5D25A0FA}" dt="2025-03-18T08:22:57.304" v="0"/>
      <pc:docMkLst>
        <pc:docMk/>
      </pc:docMkLst>
    </pc:docChg>
  </pc:docChgLst>
  <pc:docChgLst>
    <pc:chgData name="Dimitry  Dekker | Net4s" userId="02ae06cd-e86a-4420-a139-5f9f88759649" providerId="ADAL" clId="{9BD81471-4D38-4C59-82BD-18D8C42A980A}"/>
    <pc:docChg chg="undo redo custSel addSld modSld">
      <pc:chgData name="Dimitry  Dekker | Net4s" userId="02ae06cd-e86a-4420-a139-5f9f88759649" providerId="ADAL" clId="{9BD81471-4D38-4C59-82BD-18D8C42A980A}" dt="2024-07-05T14:52:29.488" v="2941" actId="14100"/>
      <pc:docMkLst>
        <pc:docMk/>
      </pc:docMkLst>
      <pc:sldChg chg="modSp mod">
        <pc:chgData name="Dimitry  Dekker | Net4s" userId="02ae06cd-e86a-4420-a139-5f9f88759649" providerId="ADAL" clId="{9BD81471-4D38-4C59-82BD-18D8C42A980A}" dt="2024-06-14T13:26:13.153" v="103" actId="207"/>
        <pc:sldMkLst>
          <pc:docMk/>
          <pc:sldMk cId="1018532844" sldId="986"/>
        </pc:sldMkLst>
      </pc:sldChg>
      <pc:sldChg chg="delSp mod">
        <pc:chgData name="Dimitry  Dekker | Net4s" userId="02ae06cd-e86a-4420-a139-5f9f88759649" providerId="ADAL" clId="{9BD81471-4D38-4C59-82BD-18D8C42A980A}" dt="2024-07-05T14:40:28.564" v="2621" actId="478"/>
        <pc:sldMkLst>
          <pc:docMk/>
          <pc:sldMk cId="3815499978" sldId="994"/>
        </pc:sldMkLst>
      </pc:sldChg>
      <pc:sldChg chg="modSp mod">
        <pc:chgData name="Dimitry  Dekker | Net4s" userId="02ae06cd-e86a-4420-a139-5f9f88759649" providerId="ADAL" clId="{9BD81471-4D38-4C59-82BD-18D8C42A980A}" dt="2024-06-25T13:29:26.632" v="1788" actId="20577"/>
        <pc:sldMkLst>
          <pc:docMk/>
          <pc:sldMk cId="3835707420" sldId="1001"/>
        </pc:sldMkLst>
      </pc:sldChg>
      <pc:sldChg chg="addSp delSp modSp mod">
        <pc:chgData name="Dimitry  Dekker | Net4s" userId="02ae06cd-e86a-4420-a139-5f9f88759649" providerId="ADAL" clId="{9BD81471-4D38-4C59-82BD-18D8C42A980A}" dt="2024-07-05T14:52:29.488" v="2941" actId="14100"/>
        <pc:sldMkLst>
          <pc:docMk/>
          <pc:sldMk cId="4012327871" sldId="1013"/>
        </pc:sldMkLst>
      </pc:sldChg>
      <pc:sldChg chg="modSp mod">
        <pc:chgData name="Dimitry  Dekker | Net4s" userId="02ae06cd-e86a-4420-a139-5f9f88759649" providerId="ADAL" clId="{9BD81471-4D38-4C59-82BD-18D8C42A980A}" dt="2024-07-05T14:30:26.120" v="2176" actId="20577"/>
        <pc:sldMkLst>
          <pc:docMk/>
          <pc:sldMk cId="1609221464" sldId="1015"/>
        </pc:sldMkLst>
      </pc:sldChg>
      <pc:sldChg chg="modSp new mod">
        <pc:chgData name="Dimitry  Dekker | Net4s" userId="02ae06cd-e86a-4420-a139-5f9f88759649" providerId="ADAL" clId="{9BD81471-4D38-4C59-82BD-18D8C42A980A}" dt="2024-06-25T12:20:27.976" v="1216" actId="20577"/>
        <pc:sldMkLst>
          <pc:docMk/>
          <pc:sldMk cId="2015501043" sldId="1016"/>
        </pc:sldMkLst>
      </pc:sldChg>
      <pc:sldChg chg="modSp new mod">
        <pc:chgData name="Dimitry  Dekker | Net4s" userId="02ae06cd-e86a-4420-a139-5f9f88759649" providerId="ADAL" clId="{9BD81471-4D38-4C59-82BD-18D8C42A980A}" dt="2024-07-05T14:42:00.256" v="2652" actId="20577"/>
        <pc:sldMkLst>
          <pc:docMk/>
          <pc:sldMk cId="744842746" sldId="1017"/>
        </pc:sldMkLst>
      </pc:sldChg>
    </pc:docChg>
  </pc:docChgLst>
</pc:chgInfo>
</file>

<file path=ppt/comments/modernComment_3CD_8DB43B2E.xml><?xml version="1.0" encoding="utf-8"?>
<p188:cmLst xmlns:a="http://schemas.openxmlformats.org/drawingml/2006/main" xmlns:r="http://schemas.openxmlformats.org/officeDocument/2006/relationships" xmlns:p188="http://schemas.microsoft.com/office/powerpoint/2018/8/main">
  <p188:cm id="{2F63D1FE-2A99-40AE-B586-D423987209E5}" authorId="{E2D41D69-66A6-BF80-A02F-6756DD8D1889}" created="2025-03-17T18:50:30.347">
    <ac:txMkLst xmlns:ac="http://schemas.microsoft.com/office/drawing/2013/main/command">
      <pc:docMk xmlns:pc="http://schemas.microsoft.com/office/powerpoint/2013/main/command"/>
      <pc:sldMk xmlns:pc="http://schemas.microsoft.com/office/powerpoint/2013/main/command" cId="2377399086" sldId="973"/>
      <ac:spMk id="6" creationId="{1CE12E22-03B5-D93C-0A8F-AEC1395EDEBF}"/>
      <ac:txMk cp="302" len="20">
        <ac:context len="335" hash="3979974707"/>
      </ac:txMk>
    </ac:txMkLst>
    <p188:pos x="2687052" y="4818360"/>
    <p188:replyLst>
      <p188:reply id="{93F39535-FC03-4169-9553-E23D3F4F79F1}" authorId="{83F5333C-4193-3E9C-E3D7-1A22FF3C45E0}" created="2025-03-18T08:22:57.304">
        <p188:txBody>
          <a:bodyPr/>
          <a:lstStyle/>
          <a:p>
            <a:r>
              <a:rPr lang="en-US"/>
              <a:t>Je hebt helemaal gelijk! Zie volgende pagina voor specifieke info over de coördinaten.</a:t>
            </a:r>
          </a:p>
        </p188:txBody>
      </p188:reply>
    </p188:replyLst>
    <p188:txBody>
      <a:bodyPr/>
      <a:lstStyle/>
      <a:p>
        <a:r>
          <a:rPr lang="en-US"/>
          <a:t>Moet dit geen XY-coordinaten zijn ipv Z-coordinaat ?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353011-5DC8-4796-9ED5-B8333D9D24FD}" type="datetimeFigureOut">
              <a:rPr lang="nl-NL" smtClean="0"/>
              <a:t>18-3-2025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CE65E3-73ED-4A3F-AA75-49D73CC9FAA0}" type="slidenum">
              <a:rPr lang="nl-NL" smtClean="0"/>
              <a:t>‹#›</a:t>
            </a:fld>
            <a:endParaRPr lang="nl-NL"/>
          </a:p>
        </p:txBody>
      </p:sp>
    </p:spTree>
    <p:extLst>
      <p:ext uri="{BB962C8B-B14F-4D97-AF65-F5344CB8AC3E}">
        <p14:creationId xmlns:p14="http://schemas.microsoft.com/office/powerpoint/2010/main" val="3443992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forumstandaardisatie.n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42FE49C8-BC63-4BE5-9142-452AB53F2205}" type="slidenum">
              <a:rPr lang="nl-NL" smtClean="0"/>
              <a:t>3</a:t>
            </a:fld>
            <a:endParaRPr lang="nl-NL"/>
          </a:p>
        </p:txBody>
      </p:sp>
    </p:spTree>
    <p:extLst>
      <p:ext uri="{BB962C8B-B14F-4D97-AF65-F5344CB8AC3E}">
        <p14:creationId xmlns:p14="http://schemas.microsoft.com/office/powerpoint/2010/main" val="2320478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err="1"/>
              <a:t>GeoNovum</a:t>
            </a:r>
            <a:r>
              <a:rPr lang="nl-NL" dirty="0"/>
              <a:t>: kan NLCS++ op de lijst van verplichte standaarden zetten.  Aanleveren bij Forum Standaardisatie. </a:t>
            </a:r>
            <a:r>
              <a:rPr lang="nl-NL"/>
              <a:t>Forumstandaardisatie.nl: </a:t>
            </a:r>
            <a:r>
              <a:rPr lang="nl-NL">
                <a:hlinkClick r:id="rId3"/>
              </a:rPr>
              <a:t>Home | Forum Standaardisatie</a:t>
            </a:r>
            <a:endParaRPr lang="nl-NL" dirty="0"/>
          </a:p>
        </p:txBody>
      </p:sp>
      <p:sp>
        <p:nvSpPr>
          <p:cNvPr id="4" name="Slide Number Placeholder 3"/>
          <p:cNvSpPr>
            <a:spLocks noGrp="1"/>
          </p:cNvSpPr>
          <p:nvPr>
            <p:ph type="sldNum" sz="quarter" idx="5"/>
          </p:nvPr>
        </p:nvSpPr>
        <p:spPr/>
        <p:txBody>
          <a:bodyPr/>
          <a:lstStyle/>
          <a:p>
            <a:fld id="{62CE65E3-73ED-4A3F-AA75-49D73CC9FAA0}" type="slidenum">
              <a:rPr lang="nl-NL" smtClean="0"/>
              <a:t>5</a:t>
            </a:fld>
            <a:endParaRPr lang="nl-NL"/>
          </a:p>
        </p:txBody>
      </p:sp>
    </p:spTree>
    <p:extLst>
      <p:ext uri="{BB962C8B-B14F-4D97-AF65-F5344CB8AC3E}">
        <p14:creationId xmlns:p14="http://schemas.microsoft.com/office/powerpoint/2010/main" val="4012611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62CE65E3-73ED-4A3F-AA75-49D73CC9FAA0}" type="slidenum">
              <a:rPr lang="nl-NL" smtClean="0"/>
              <a:t>12</a:t>
            </a:fld>
            <a:endParaRPr lang="nl-NL"/>
          </a:p>
        </p:txBody>
      </p:sp>
    </p:spTree>
    <p:extLst>
      <p:ext uri="{BB962C8B-B14F-4D97-AF65-F5344CB8AC3E}">
        <p14:creationId xmlns:p14="http://schemas.microsoft.com/office/powerpoint/2010/main" val="2635525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62CE65E3-73ED-4A3F-AA75-49D73CC9FAA0}" type="slidenum">
              <a:rPr lang="nl-NL" smtClean="0"/>
              <a:t>15</a:t>
            </a:fld>
            <a:endParaRPr lang="nl-NL"/>
          </a:p>
        </p:txBody>
      </p:sp>
    </p:spTree>
    <p:extLst>
      <p:ext uri="{BB962C8B-B14F-4D97-AF65-F5344CB8AC3E}">
        <p14:creationId xmlns:p14="http://schemas.microsoft.com/office/powerpoint/2010/main" val="1084108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Opmerking toelichten. Bestaand net ligt anders, anders uitgevoerd.</a:t>
            </a:r>
          </a:p>
        </p:txBody>
      </p:sp>
      <p:sp>
        <p:nvSpPr>
          <p:cNvPr id="4" name="Slide Number Placeholder 3"/>
          <p:cNvSpPr>
            <a:spLocks noGrp="1"/>
          </p:cNvSpPr>
          <p:nvPr>
            <p:ph type="sldNum" sz="quarter" idx="5"/>
          </p:nvPr>
        </p:nvSpPr>
        <p:spPr/>
        <p:txBody>
          <a:bodyPr/>
          <a:lstStyle/>
          <a:p>
            <a:fld id="{62CE65E3-73ED-4A3F-AA75-49D73CC9FAA0}" type="slidenum">
              <a:rPr lang="nl-NL" smtClean="0"/>
              <a:t>25</a:t>
            </a:fld>
            <a:endParaRPr lang="nl-NL"/>
          </a:p>
        </p:txBody>
      </p:sp>
    </p:spTree>
    <p:extLst>
      <p:ext uri="{BB962C8B-B14F-4D97-AF65-F5344CB8AC3E}">
        <p14:creationId xmlns:p14="http://schemas.microsoft.com/office/powerpoint/2010/main" val="933776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Aandachtspunt: </a:t>
            </a:r>
            <a:r>
              <a:rPr lang="nl-NL" dirty="0" err="1"/>
              <a:t>Pipebursting</a:t>
            </a:r>
            <a:r>
              <a:rPr lang="nl-NL" dirty="0"/>
              <a:t> en soortgelijke aanleg/opwaarderingstechnieken zijn aandachtspunt: de gasleiding is na zo'n handeling geen gasleiding meer. </a:t>
            </a:r>
          </a:p>
        </p:txBody>
      </p:sp>
      <p:sp>
        <p:nvSpPr>
          <p:cNvPr id="4" name="Slide Number Placeholder 3"/>
          <p:cNvSpPr>
            <a:spLocks noGrp="1"/>
          </p:cNvSpPr>
          <p:nvPr>
            <p:ph type="sldNum" sz="quarter" idx="5"/>
          </p:nvPr>
        </p:nvSpPr>
        <p:spPr/>
        <p:txBody>
          <a:bodyPr/>
          <a:lstStyle/>
          <a:p>
            <a:fld id="{62CE65E3-73ED-4A3F-AA75-49D73CC9FAA0}" type="slidenum">
              <a:rPr lang="nl-NL" smtClean="0"/>
              <a:t>26</a:t>
            </a:fld>
            <a:endParaRPr lang="nl-NL"/>
          </a:p>
        </p:txBody>
      </p:sp>
    </p:spTree>
    <p:extLst>
      <p:ext uri="{BB962C8B-B14F-4D97-AF65-F5344CB8AC3E}">
        <p14:creationId xmlns:p14="http://schemas.microsoft.com/office/powerpoint/2010/main" val="282584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Hiërarchie van mantelbuizen: buis in buis, met daarin kabels/leidingen moet </a:t>
            </a:r>
            <a:r>
              <a:rPr lang="nl-NL"/>
              <a:t>ook kunnen.</a:t>
            </a:r>
            <a:endParaRPr lang="nl-NL" dirty="0"/>
          </a:p>
        </p:txBody>
      </p:sp>
      <p:sp>
        <p:nvSpPr>
          <p:cNvPr id="4" name="Slide Number Placeholder 3"/>
          <p:cNvSpPr>
            <a:spLocks noGrp="1"/>
          </p:cNvSpPr>
          <p:nvPr>
            <p:ph type="sldNum" sz="quarter" idx="5"/>
          </p:nvPr>
        </p:nvSpPr>
        <p:spPr/>
        <p:txBody>
          <a:bodyPr/>
          <a:lstStyle/>
          <a:p>
            <a:fld id="{62CE65E3-73ED-4A3F-AA75-49D73CC9FAA0}" type="slidenum">
              <a:rPr lang="nl-NL" smtClean="0"/>
              <a:t>29</a:t>
            </a:fld>
            <a:endParaRPr lang="nl-NL"/>
          </a:p>
        </p:txBody>
      </p:sp>
    </p:spTree>
    <p:extLst>
      <p:ext uri="{BB962C8B-B14F-4D97-AF65-F5344CB8AC3E}">
        <p14:creationId xmlns:p14="http://schemas.microsoft.com/office/powerpoint/2010/main" val="3225320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62CE65E3-73ED-4A3F-AA75-49D73CC9FAA0}" type="slidenum">
              <a:rPr lang="nl-NL" smtClean="0"/>
              <a:t>35</a:t>
            </a:fld>
            <a:endParaRPr lang="nl-NL"/>
          </a:p>
        </p:txBody>
      </p:sp>
    </p:spTree>
    <p:extLst>
      <p:ext uri="{BB962C8B-B14F-4D97-AF65-F5344CB8AC3E}">
        <p14:creationId xmlns:p14="http://schemas.microsoft.com/office/powerpoint/2010/main" val="3840503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Demofilmpje maken, </a:t>
            </a:r>
            <a:r>
              <a:rPr lang="nl-NL" dirty="0" err="1"/>
              <a:t>due</a:t>
            </a:r>
            <a:r>
              <a:rPr lang="nl-NL"/>
              <a:t> date 31 mei. </a:t>
            </a:r>
          </a:p>
        </p:txBody>
      </p:sp>
      <p:sp>
        <p:nvSpPr>
          <p:cNvPr id="4" name="Slide Number Placeholder 3"/>
          <p:cNvSpPr>
            <a:spLocks noGrp="1"/>
          </p:cNvSpPr>
          <p:nvPr>
            <p:ph type="sldNum" sz="quarter" idx="5"/>
          </p:nvPr>
        </p:nvSpPr>
        <p:spPr/>
        <p:txBody>
          <a:bodyPr/>
          <a:lstStyle/>
          <a:p>
            <a:fld id="{62CE65E3-73ED-4A3F-AA75-49D73CC9FAA0}" type="slidenum">
              <a:rPr lang="nl-NL" smtClean="0"/>
              <a:t>47</a:t>
            </a:fld>
            <a:endParaRPr lang="nl-NL"/>
          </a:p>
        </p:txBody>
      </p:sp>
    </p:spTree>
    <p:extLst>
      <p:ext uri="{BB962C8B-B14F-4D97-AF65-F5344CB8AC3E}">
        <p14:creationId xmlns:p14="http://schemas.microsoft.com/office/powerpoint/2010/main" val="2793826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Twee plaatjes maken: oud en nieuw. </a:t>
            </a:r>
          </a:p>
        </p:txBody>
      </p:sp>
      <p:sp>
        <p:nvSpPr>
          <p:cNvPr id="4" name="Slide Number Placeholder 3"/>
          <p:cNvSpPr>
            <a:spLocks noGrp="1"/>
          </p:cNvSpPr>
          <p:nvPr>
            <p:ph type="sldNum" sz="quarter" idx="5"/>
          </p:nvPr>
        </p:nvSpPr>
        <p:spPr/>
        <p:txBody>
          <a:bodyPr/>
          <a:lstStyle/>
          <a:p>
            <a:fld id="{62CE65E3-73ED-4A3F-AA75-49D73CC9FAA0}" type="slidenum">
              <a:rPr lang="nl-NL" smtClean="0"/>
              <a:t>55</a:t>
            </a:fld>
            <a:endParaRPr lang="nl-NL"/>
          </a:p>
        </p:txBody>
      </p:sp>
    </p:spTree>
    <p:extLst>
      <p:ext uri="{BB962C8B-B14F-4D97-AF65-F5344CB8AC3E}">
        <p14:creationId xmlns:p14="http://schemas.microsoft.com/office/powerpoint/2010/main" val="520523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bg>
      <p:bgPr>
        <a:solidFill>
          <a:schemeClr val="bg1"/>
        </a:solidFill>
        <a:effectLst/>
      </p:bgPr>
    </p:b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22C8233F-3E7B-49DC-AC22-FB28BF26342E}"/>
              </a:ext>
            </a:extLst>
          </p:cNvPr>
          <p:cNvSpPr>
            <a:spLocks noGrp="1"/>
          </p:cNvSpPr>
          <p:nvPr userDrawn="1">
            <p:ph type="pic" sz="quarter" idx="35" hasCustomPrompt="1"/>
          </p:nvPr>
        </p:nvSpPr>
        <p:spPr>
          <a:xfrm>
            <a:off x="-1587" y="576264"/>
            <a:ext cx="11041063" cy="5148262"/>
          </a:xfrm>
          <a:solidFill>
            <a:schemeClr val="bg1">
              <a:lumMod val="95000"/>
            </a:schemeClr>
          </a:solidFill>
        </p:spPr>
        <p:txBody>
          <a:bodyPr vert="horz" lIns="0" tIns="2880000" rIns="0" bIns="0" rtlCol="0">
            <a:normAutofit/>
          </a:bodyPr>
          <a:lstStyle>
            <a:lvl1pPr marL="228572" indent="-228572" algn="ctr">
              <a:spcBef>
                <a:spcPts val="0"/>
              </a:spcBef>
              <a:spcAft>
                <a:spcPts val="0"/>
              </a:spcAft>
              <a:buFont typeface="+mj-lt"/>
              <a:buNone/>
              <a:defRPr lang="nl-NL" sz="1200" b="0" i="1">
                <a:solidFill>
                  <a:schemeClr val="tx1">
                    <a:lumMod val="65000"/>
                    <a:lumOff val="35000"/>
                  </a:schemeClr>
                </a:solidFill>
              </a:defRPr>
            </a:lvl1pPr>
          </a:lstStyle>
          <a:p>
            <a:pPr marL="228572" lvl="0" indent="-228572" algn="ctr"/>
            <a:r>
              <a:rPr lang="nl-NL" noProof="0"/>
              <a:t>Klik op het icoon om een </a:t>
            </a:r>
            <a:br>
              <a:rPr lang="nl-NL" noProof="0"/>
            </a:br>
            <a:r>
              <a:rPr lang="nl-NL" noProof="0"/>
              <a:t>afbeelding in te voegen</a:t>
            </a:r>
          </a:p>
        </p:txBody>
      </p:sp>
      <p:sp>
        <p:nvSpPr>
          <p:cNvPr id="6" name="Netwerkwolk">
            <a:extLst>
              <a:ext uri="{FF2B5EF4-FFF2-40B4-BE49-F238E27FC236}">
                <a16:creationId xmlns:a16="http://schemas.microsoft.com/office/drawing/2014/main" id="{1642FD30-3341-4B92-9526-2B7392D1CA37}"/>
              </a:ext>
            </a:extLst>
          </p:cNvPr>
          <p:cNvSpPr>
            <a:spLocks noGrp="1"/>
          </p:cNvSpPr>
          <p:nvPr userDrawn="1">
            <p:ph type="body" sz="quarter" idx="45"/>
          </p:nvPr>
        </p:nvSpPr>
        <p:spPr>
          <a:xfrm>
            <a:off x="-174236" y="743678"/>
            <a:ext cx="11120400" cy="4780800"/>
          </a:xfrm>
          <a:blipFill>
            <a:blip r:embed="rId2" cstate="screen">
              <a:extLst>
                <a:ext uri="{28A0092B-C50C-407E-A947-70E740481C1C}">
                  <a14:useLocalDpi xmlns:a14="http://schemas.microsoft.com/office/drawing/2010/main"/>
                </a:ext>
              </a:extLst>
            </a:blip>
            <a:srcRect/>
            <a:stretch>
              <a:fillRect t="10" b="10"/>
            </a:stretch>
          </a:blipFill>
        </p:spPr>
        <p:txBody>
          <a:bodyPr/>
          <a:lstStyle>
            <a:lvl1pPr marL="0" indent="0">
              <a:buNone/>
              <a:defRPr sz="100">
                <a:solidFill>
                  <a:schemeClr val="bg1"/>
                </a:solidFill>
              </a:defRPr>
            </a:lvl1pPr>
          </a:lstStyle>
          <a:p>
            <a:pPr lvl="0"/>
            <a:endParaRPr lang="nl-NL" noProof="0"/>
          </a:p>
        </p:txBody>
      </p:sp>
      <p:sp>
        <p:nvSpPr>
          <p:cNvPr id="3" name="Tijdelijke aanduiding voor tekst 2">
            <a:extLst>
              <a:ext uri="{FF2B5EF4-FFF2-40B4-BE49-F238E27FC236}">
                <a16:creationId xmlns:a16="http://schemas.microsoft.com/office/drawing/2014/main" id="{815D2346-2389-418D-A441-59E88FFEBE24}"/>
              </a:ext>
            </a:extLst>
          </p:cNvPr>
          <p:cNvSpPr>
            <a:spLocks noGrp="1"/>
          </p:cNvSpPr>
          <p:nvPr userDrawn="1">
            <p:ph type="body" sz="quarter" idx="31"/>
          </p:nvPr>
        </p:nvSpPr>
        <p:spPr>
          <a:xfrm>
            <a:off x="-971" y="1"/>
            <a:ext cx="12192971" cy="576000"/>
          </a:xfrm>
          <a:solidFill>
            <a:schemeClr val="bg1"/>
          </a:solidFill>
        </p:spPr>
        <p:txBody>
          <a:bodyPr/>
          <a:lstStyle>
            <a:lvl1pPr marL="0" indent="0">
              <a:buNone/>
              <a:defRPr sz="100">
                <a:solidFill>
                  <a:schemeClr val="bg1"/>
                </a:solidFill>
              </a:defRPr>
            </a:lvl1pPr>
          </a:lstStyle>
          <a:p>
            <a:pPr lvl="0"/>
            <a:endParaRPr lang="nl-NL" noProof="0"/>
          </a:p>
        </p:txBody>
      </p:sp>
      <p:sp>
        <p:nvSpPr>
          <p:cNvPr id="28" name="Tijdelijke aanduiding voor tekst 2">
            <a:extLst>
              <a:ext uri="{FF2B5EF4-FFF2-40B4-BE49-F238E27FC236}">
                <a16:creationId xmlns:a16="http://schemas.microsoft.com/office/drawing/2014/main" id="{7BDE5674-83BE-4E1D-873D-42FE9FEB8D5C}"/>
              </a:ext>
            </a:extLst>
          </p:cNvPr>
          <p:cNvSpPr>
            <a:spLocks noGrp="1"/>
          </p:cNvSpPr>
          <p:nvPr userDrawn="1">
            <p:ph type="body" sz="quarter" idx="32"/>
          </p:nvPr>
        </p:nvSpPr>
        <p:spPr>
          <a:xfrm>
            <a:off x="11040000" y="0"/>
            <a:ext cx="1152000" cy="6865200"/>
          </a:xfrm>
          <a:solidFill>
            <a:schemeClr val="bg1"/>
          </a:solidFill>
        </p:spPr>
        <p:txBody>
          <a:bodyPr/>
          <a:lstStyle>
            <a:lvl1pPr marL="0" indent="0">
              <a:buNone/>
              <a:defRPr sz="100">
                <a:solidFill>
                  <a:schemeClr val="bg1"/>
                </a:solidFill>
              </a:defRPr>
            </a:lvl1pPr>
          </a:lstStyle>
          <a:p>
            <a:pPr lvl="0"/>
            <a:endParaRPr lang="nl-NL" noProof="0"/>
          </a:p>
        </p:txBody>
      </p:sp>
      <p:sp>
        <p:nvSpPr>
          <p:cNvPr id="30" name="Tijdelijke aanduiding voor tekst 2">
            <a:extLst>
              <a:ext uri="{FF2B5EF4-FFF2-40B4-BE49-F238E27FC236}">
                <a16:creationId xmlns:a16="http://schemas.microsoft.com/office/drawing/2014/main" id="{ED88654C-2F09-42A2-8633-BAD63AF9F763}"/>
              </a:ext>
            </a:extLst>
          </p:cNvPr>
          <p:cNvSpPr>
            <a:spLocks noGrp="1"/>
          </p:cNvSpPr>
          <p:nvPr userDrawn="1">
            <p:ph type="body" sz="quarter" idx="33"/>
          </p:nvPr>
        </p:nvSpPr>
        <p:spPr>
          <a:xfrm rot="16200000">
            <a:off x="5520600" y="185401"/>
            <a:ext cx="1152000" cy="12193200"/>
          </a:xfrm>
          <a:solidFill>
            <a:schemeClr val="bg1"/>
          </a:solidFill>
        </p:spPr>
        <p:txBody>
          <a:bodyPr/>
          <a:lstStyle>
            <a:lvl1pPr marL="0" indent="0">
              <a:buNone/>
              <a:defRPr sz="100">
                <a:solidFill>
                  <a:schemeClr val="bg1"/>
                </a:solidFill>
              </a:defRPr>
            </a:lvl1pPr>
          </a:lstStyle>
          <a:p>
            <a:pPr lvl="0"/>
            <a:endParaRPr lang="nl-NL" noProof="0"/>
          </a:p>
        </p:txBody>
      </p:sp>
      <p:sp>
        <p:nvSpPr>
          <p:cNvPr id="17" name="Tijdelijke aanduiding voor tekst 15">
            <a:extLst>
              <a:ext uri="{FF2B5EF4-FFF2-40B4-BE49-F238E27FC236}">
                <a16:creationId xmlns:a16="http://schemas.microsoft.com/office/drawing/2014/main" id="{7D35ADBF-F5AF-4BEF-A048-07416BC1D671}"/>
              </a:ext>
            </a:extLst>
          </p:cNvPr>
          <p:cNvSpPr>
            <a:spLocks noGrp="1"/>
          </p:cNvSpPr>
          <p:nvPr userDrawn="1">
            <p:ph type="body" sz="quarter" idx="43" hasCustomPrompt="1"/>
          </p:nvPr>
        </p:nvSpPr>
        <p:spPr>
          <a:xfrm>
            <a:off x="740124" y="1001561"/>
            <a:ext cx="4524067" cy="1943514"/>
          </a:xfrm>
          <a:custGeom>
            <a:avLst/>
            <a:gdLst>
              <a:gd name="connsiteX0" fmla="*/ 71054 w 4524067"/>
              <a:gd name="connsiteY0" fmla="*/ 0 h 1943514"/>
              <a:gd name="connsiteX1" fmla="*/ 4453013 w 4524067"/>
              <a:gd name="connsiteY1" fmla="*/ 0 h 1943514"/>
              <a:gd name="connsiteX2" fmla="*/ 4524067 w 4524067"/>
              <a:gd name="connsiteY2" fmla="*/ 71054 h 1943514"/>
              <a:gd name="connsiteX3" fmla="*/ 4524067 w 4524067"/>
              <a:gd name="connsiteY3" fmla="*/ 1604261 h 1943514"/>
              <a:gd name="connsiteX4" fmla="*/ 374342 w 4524067"/>
              <a:gd name="connsiteY4" fmla="*/ 1604261 h 1943514"/>
              <a:gd name="connsiteX5" fmla="*/ 374342 w 4524067"/>
              <a:gd name="connsiteY5" fmla="*/ 1604495 h 1943514"/>
              <a:gd name="connsiteX6" fmla="*/ 372031 w 4524067"/>
              <a:gd name="connsiteY6" fmla="*/ 1604262 h 1943514"/>
              <a:gd name="connsiteX7" fmla="*/ 7555 w 4524067"/>
              <a:gd name="connsiteY7" fmla="*/ 1901319 h 1943514"/>
              <a:gd name="connsiteX8" fmla="*/ 3301 w 4524067"/>
              <a:gd name="connsiteY8" fmla="*/ 1943514 h 1943514"/>
              <a:gd name="connsiteX9" fmla="*/ 0 w 4524067"/>
              <a:gd name="connsiteY9" fmla="*/ 1935545 h 1943514"/>
              <a:gd name="connsiteX10" fmla="*/ 0 w 4524067"/>
              <a:gd name="connsiteY10" fmla="*/ 71054 h 1943514"/>
              <a:gd name="connsiteX11" fmla="*/ 71054 w 4524067"/>
              <a:gd name="connsiteY11"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524067 w 4524067"/>
              <a:gd name="connsiteY4" fmla="*/ 160426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524067 w 4524067"/>
              <a:gd name="connsiteY4" fmla="*/ 1604261 h 1943514"/>
              <a:gd name="connsiteX5" fmla="*/ 4481998 w 4524067"/>
              <a:gd name="connsiteY5" fmla="*/ 1606550 h 1943514"/>
              <a:gd name="connsiteX6" fmla="*/ 374342 w 4524067"/>
              <a:gd name="connsiteY6" fmla="*/ 1604261 h 1943514"/>
              <a:gd name="connsiteX7" fmla="*/ 374342 w 4524067"/>
              <a:gd name="connsiteY7" fmla="*/ 1604495 h 1943514"/>
              <a:gd name="connsiteX8" fmla="*/ 372031 w 4524067"/>
              <a:gd name="connsiteY8" fmla="*/ 1604262 h 1943514"/>
              <a:gd name="connsiteX9" fmla="*/ 7555 w 4524067"/>
              <a:gd name="connsiteY9" fmla="*/ 1901319 h 1943514"/>
              <a:gd name="connsiteX10" fmla="*/ 3301 w 4524067"/>
              <a:gd name="connsiteY10" fmla="*/ 1943514 h 1943514"/>
              <a:gd name="connsiteX11" fmla="*/ 0 w 4524067"/>
              <a:gd name="connsiteY11" fmla="*/ 1935545 h 1943514"/>
              <a:gd name="connsiteX12" fmla="*/ 0 w 4524067"/>
              <a:gd name="connsiteY12" fmla="*/ 71054 h 1943514"/>
              <a:gd name="connsiteX13" fmla="*/ 71054 w 4524067"/>
              <a:gd name="connsiteY13" fmla="*/ 0 h 1943514"/>
              <a:gd name="connsiteX0" fmla="*/ 71054 w 4799095"/>
              <a:gd name="connsiteY0" fmla="*/ 0 h 1943514"/>
              <a:gd name="connsiteX1" fmla="*/ 4453013 w 4799095"/>
              <a:gd name="connsiteY1" fmla="*/ 0 h 1943514"/>
              <a:gd name="connsiteX2" fmla="*/ 4524067 w 4799095"/>
              <a:gd name="connsiteY2" fmla="*/ 71054 h 1943514"/>
              <a:gd name="connsiteX3" fmla="*/ 4522480 w 4799095"/>
              <a:gd name="connsiteY3" fmla="*/ 1547019 h 1943514"/>
              <a:gd name="connsiteX4" fmla="*/ 4524067 w 4799095"/>
              <a:gd name="connsiteY4" fmla="*/ 1604261 h 1943514"/>
              <a:gd name="connsiteX5" fmla="*/ 4481998 w 4799095"/>
              <a:gd name="connsiteY5" fmla="*/ 1606550 h 1943514"/>
              <a:gd name="connsiteX6" fmla="*/ 374342 w 4799095"/>
              <a:gd name="connsiteY6" fmla="*/ 1604261 h 1943514"/>
              <a:gd name="connsiteX7" fmla="*/ 374342 w 4799095"/>
              <a:gd name="connsiteY7" fmla="*/ 1604495 h 1943514"/>
              <a:gd name="connsiteX8" fmla="*/ 372031 w 4799095"/>
              <a:gd name="connsiteY8" fmla="*/ 1604262 h 1943514"/>
              <a:gd name="connsiteX9" fmla="*/ 7555 w 4799095"/>
              <a:gd name="connsiteY9" fmla="*/ 1901319 h 1943514"/>
              <a:gd name="connsiteX10" fmla="*/ 3301 w 4799095"/>
              <a:gd name="connsiteY10" fmla="*/ 1943514 h 1943514"/>
              <a:gd name="connsiteX11" fmla="*/ 0 w 4799095"/>
              <a:gd name="connsiteY11" fmla="*/ 1935545 h 1943514"/>
              <a:gd name="connsiteX12" fmla="*/ 0 w 4799095"/>
              <a:gd name="connsiteY12" fmla="*/ 71054 h 1943514"/>
              <a:gd name="connsiteX13" fmla="*/ 71054 w 4799095"/>
              <a:gd name="connsiteY13" fmla="*/ 0 h 1943514"/>
              <a:gd name="connsiteX0" fmla="*/ 71054 w 4798479"/>
              <a:gd name="connsiteY0" fmla="*/ 0 h 1943514"/>
              <a:gd name="connsiteX1" fmla="*/ 4453013 w 4798479"/>
              <a:gd name="connsiteY1" fmla="*/ 0 h 1943514"/>
              <a:gd name="connsiteX2" fmla="*/ 4524067 w 4798479"/>
              <a:gd name="connsiteY2" fmla="*/ 71054 h 1943514"/>
              <a:gd name="connsiteX3" fmla="*/ 4522480 w 4798479"/>
              <a:gd name="connsiteY3" fmla="*/ 1547019 h 1943514"/>
              <a:gd name="connsiteX4" fmla="*/ 4481998 w 4798479"/>
              <a:gd name="connsiteY4" fmla="*/ 1606550 h 1943514"/>
              <a:gd name="connsiteX5" fmla="*/ 374342 w 4798479"/>
              <a:gd name="connsiteY5" fmla="*/ 1604261 h 1943514"/>
              <a:gd name="connsiteX6" fmla="*/ 374342 w 4798479"/>
              <a:gd name="connsiteY6" fmla="*/ 1604495 h 1943514"/>
              <a:gd name="connsiteX7" fmla="*/ 372031 w 4798479"/>
              <a:gd name="connsiteY7" fmla="*/ 1604262 h 1943514"/>
              <a:gd name="connsiteX8" fmla="*/ 7555 w 4798479"/>
              <a:gd name="connsiteY8" fmla="*/ 1901319 h 1943514"/>
              <a:gd name="connsiteX9" fmla="*/ 3301 w 4798479"/>
              <a:gd name="connsiteY9" fmla="*/ 1943514 h 1943514"/>
              <a:gd name="connsiteX10" fmla="*/ 0 w 4798479"/>
              <a:gd name="connsiteY10" fmla="*/ 1935545 h 1943514"/>
              <a:gd name="connsiteX11" fmla="*/ 0 w 4798479"/>
              <a:gd name="connsiteY11" fmla="*/ 71054 h 1943514"/>
              <a:gd name="connsiteX12" fmla="*/ 71054 w 4798479"/>
              <a:gd name="connsiteY12" fmla="*/ 0 h 1943514"/>
              <a:gd name="connsiteX0" fmla="*/ 71054 w 4801282"/>
              <a:gd name="connsiteY0" fmla="*/ 0 h 1943514"/>
              <a:gd name="connsiteX1" fmla="*/ 4453013 w 4801282"/>
              <a:gd name="connsiteY1" fmla="*/ 0 h 1943514"/>
              <a:gd name="connsiteX2" fmla="*/ 4524067 w 4801282"/>
              <a:gd name="connsiteY2" fmla="*/ 71054 h 1943514"/>
              <a:gd name="connsiteX3" fmla="*/ 4522480 w 4801282"/>
              <a:gd name="connsiteY3" fmla="*/ 1547019 h 1943514"/>
              <a:gd name="connsiteX4" fmla="*/ 4481998 w 4801282"/>
              <a:gd name="connsiteY4" fmla="*/ 1606550 h 1943514"/>
              <a:gd name="connsiteX5" fmla="*/ 374342 w 4801282"/>
              <a:gd name="connsiteY5" fmla="*/ 1604261 h 1943514"/>
              <a:gd name="connsiteX6" fmla="*/ 374342 w 4801282"/>
              <a:gd name="connsiteY6" fmla="*/ 1604495 h 1943514"/>
              <a:gd name="connsiteX7" fmla="*/ 372031 w 4801282"/>
              <a:gd name="connsiteY7" fmla="*/ 1604262 h 1943514"/>
              <a:gd name="connsiteX8" fmla="*/ 7555 w 4801282"/>
              <a:gd name="connsiteY8" fmla="*/ 1901319 h 1943514"/>
              <a:gd name="connsiteX9" fmla="*/ 3301 w 4801282"/>
              <a:gd name="connsiteY9" fmla="*/ 1943514 h 1943514"/>
              <a:gd name="connsiteX10" fmla="*/ 0 w 4801282"/>
              <a:gd name="connsiteY10" fmla="*/ 1935545 h 1943514"/>
              <a:gd name="connsiteX11" fmla="*/ 0 w 4801282"/>
              <a:gd name="connsiteY11" fmla="*/ 71054 h 1943514"/>
              <a:gd name="connsiteX12" fmla="*/ 71054 w 4801282"/>
              <a:gd name="connsiteY12" fmla="*/ 0 h 1943514"/>
              <a:gd name="connsiteX0" fmla="*/ 71054 w 4527104"/>
              <a:gd name="connsiteY0" fmla="*/ 0 h 1943514"/>
              <a:gd name="connsiteX1" fmla="*/ 4453013 w 4527104"/>
              <a:gd name="connsiteY1" fmla="*/ 0 h 1943514"/>
              <a:gd name="connsiteX2" fmla="*/ 4524067 w 4527104"/>
              <a:gd name="connsiteY2" fmla="*/ 71054 h 1943514"/>
              <a:gd name="connsiteX3" fmla="*/ 4522480 w 4527104"/>
              <a:gd name="connsiteY3" fmla="*/ 1547019 h 1943514"/>
              <a:gd name="connsiteX4" fmla="*/ 4481998 w 4527104"/>
              <a:gd name="connsiteY4" fmla="*/ 1606550 h 1943514"/>
              <a:gd name="connsiteX5" fmla="*/ 374342 w 4527104"/>
              <a:gd name="connsiteY5" fmla="*/ 1604261 h 1943514"/>
              <a:gd name="connsiteX6" fmla="*/ 374342 w 4527104"/>
              <a:gd name="connsiteY6" fmla="*/ 1604495 h 1943514"/>
              <a:gd name="connsiteX7" fmla="*/ 372031 w 4527104"/>
              <a:gd name="connsiteY7" fmla="*/ 1604262 h 1943514"/>
              <a:gd name="connsiteX8" fmla="*/ 7555 w 4527104"/>
              <a:gd name="connsiteY8" fmla="*/ 1901319 h 1943514"/>
              <a:gd name="connsiteX9" fmla="*/ 3301 w 4527104"/>
              <a:gd name="connsiteY9" fmla="*/ 1943514 h 1943514"/>
              <a:gd name="connsiteX10" fmla="*/ 0 w 4527104"/>
              <a:gd name="connsiteY10" fmla="*/ 1935545 h 1943514"/>
              <a:gd name="connsiteX11" fmla="*/ 0 w 4527104"/>
              <a:gd name="connsiteY11" fmla="*/ 71054 h 1943514"/>
              <a:gd name="connsiteX12" fmla="*/ 71054 w 4527104"/>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4067" h="1943514">
                <a:moveTo>
                  <a:pt x="71054" y="0"/>
                </a:moveTo>
                <a:lnTo>
                  <a:pt x="4453013" y="0"/>
                </a:lnTo>
                <a:cubicBezTo>
                  <a:pt x="4492255" y="0"/>
                  <a:pt x="4524067" y="31812"/>
                  <a:pt x="4524067" y="71054"/>
                </a:cubicBezTo>
                <a:cubicBezTo>
                  <a:pt x="4523538" y="552723"/>
                  <a:pt x="4522346" y="1479221"/>
                  <a:pt x="4522480" y="1516062"/>
                </a:cubicBezTo>
                <a:cubicBezTo>
                  <a:pt x="4522614" y="1552903"/>
                  <a:pt x="4525654" y="1606535"/>
                  <a:pt x="4458185" y="1608931"/>
                </a:cubicBezTo>
                <a:cubicBezTo>
                  <a:pt x="4390716" y="1611327"/>
                  <a:pt x="1735623" y="1605818"/>
                  <a:pt x="374342" y="1604261"/>
                </a:cubicBezTo>
                <a:lnTo>
                  <a:pt x="374342" y="1604495"/>
                </a:lnTo>
                <a:lnTo>
                  <a:pt x="372031" y="1604262"/>
                </a:lnTo>
                <a:cubicBezTo>
                  <a:pt x="192246" y="1604262"/>
                  <a:pt x="42246" y="1731789"/>
                  <a:pt x="7555" y="1901319"/>
                </a:cubicBezTo>
                <a:lnTo>
                  <a:pt x="3301" y="1943514"/>
                </a:lnTo>
                <a:lnTo>
                  <a:pt x="0" y="1935545"/>
                </a:lnTo>
                <a:lnTo>
                  <a:pt x="0" y="71054"/>
                </a:lnTo>
                <a:cubicBezTo>
                  <a:pt x="0" y="31812"/>
                  <a:pt x="31812" y="0"/>
                  <a:pt x="71054" y="0"/>
                </a:cubicBezTo>
                <a:close/>
              </a:path>
            </a:pathLst>
          </a:custGeom>
          <a:solidFill>
            <a:schemeClr val="bg2">
              <a:alpha val="85000"/>
            </a:schemeClr>
          </a:solidFill>
        </p:spPr>
        <p:txBody>
          <a:bodyPr wrap="square" lIns="360000" tIns="144000" rIns="360000" bIns="180000">
            <a:noAutofit/>
          </a:bodyPr>
          <a:lstStyle>
            <a:lvl1pPr marL="0" indent="0">
              <a:lnSpc>
                <a:spcPct val="110000"/>
              </a:lnSpc>
              <a:spcBef>
                <a:spcPts val="0"/>
              </a:spcBef>
              <a:spcAft>
                <a:spcPts val="0"/>
              </a:spcAft>
              <a:buFontTx/>
              <a:buNone/>
              <a:defRPr sz="4000" b="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lnSpc>
                <a:spcPct val="100000"/>
              </a:lnSpc>
              <a:defRPr sz="2400" b="0">
                <a:solidFill>
                  <a:schemeClr val="bg1"/>
                </a:solidFill>
              </a:defRPr>
            </a:lvl5pPr>
            <a:lvl9pPr>
              <a:defRPr sz="3600">
                <a:solidFill>
                  <a:schemeClr val="bg1"/>
                </a:solidFill>
              </a:defRPr>
            </a:lvl9pPr>
          </a:lstStyle>
          <a:p>
            <a:pPr lvl="0"/>
            <a:r>
              <a:rPr lang="nl-NL" noProof="0"/>
              <a:t>Klik om tekst in te voegen</a:t>
            </a:r>
          </a:p>
        </p:txBody>
      </p:sp>
      <p:sp>
        <p:nvSpPr>
          <p:cNvPr id="4" name="Tijdelijke aanduiding voor tekst 3">
            <a:extLst>
              <a:ext uri="{FF2B5EF4-FFF2-40B4-BE49-F238E27FC236}">
                <a16:creationId xmlns:a16="http://schemas.microsoft.com/office/drawing/2014/main" id="{B5843EA3-8D9E-4442-9E97-1352961F62DC}"/>
              </a:ext>
            </a:extLst>
          </p:cNvPr>
          <p:cNvSpPr>
            <a:spLocks noGrp="1"/>
          </p:cNvSpPr>
          <p:nvPr userDrawn="1">
            <p:ph type="body" sz="quarter" idx="44" hasCustomPrompt="1"/>
          </p:nvPr>
        </p:nvSpPr>
        <p:spPr>
          <a:xfrm>
            <a:off x="1112839" y="6047907"/>
            <a:ext cx="4151353" cy="205228"/>
          </a:xfrm>
        </p:spPr>
        <p:txBody>
          <a:bodyPr/>
          <a:lstStyle>
            <a:lvl1pPr marL="0" indent="0">
              <a:buFontTx/>
              <a:buNone/>
              <a:defRPr sz="1200" b="0">
                <a:solidFill>
                  <a:schemeClr val="tx2"/>
                </a:solidFill>
              </a:defRPr>
            </a:lvl1pPr>
          </a:lstStyle>
          <a:p>
            <a:r>
              <a:rPr lang="nl-NL"/>
              <a:t>Naam   l   Afdeling   l   Datum</a:t>
            </a:r>
          </a:p>
          <a:p>
            <a:endParaRPr lang="nl-NL"/>
          </a:p>
        </p:txBody>
      </p:sp>
      <p:sp>
        <p:nvSpPr>
          <p:cNvPr id="2" name="Text Placeholder 4">
            <a:extLst>
              <a:ext uri="{FF2B5EF4-FFF2-40B4-BE49-F238E27FC236}">
                <a16:creationId xmlns:a16="http://schemas.microsoft.com/office/drawing/2014/main" id="{328A7E95-A94A-A7E3-24FC-9FFA3F8B2BF1}"/>
              </a:ext>
            </a:extLst>
          </p:cNvPr>
          <p:cNvSpPr txBox="1">
            <a:spLocks/>
          </p:cNvSpPr>
          <p:nvPr userDrawn="1"/>
        </p:nvSpPr>
        <p:spPr>
          <a:xfrm>
            <a:off x="11165176" y="6069476"/>
            <a:ext cx="672214" cy="281101"/>
          </a:xfrm>
          <a:prstGeom prst="rect">
            <a:avLst/>
          </a:prstGeom>
          <a:blipFill>
            <a:blip r:embed="rId3" cstate="screen">
              <a:extLst>
                <a:ext uri="{28A0092B-C50C-407E-A947-70E740481C1C}">
                  <a14:useLocalDpi xmlns:a14="http://schemas.microsoft.com/office/drawing/2010/main"/>
                </a:ext>
              </a:extLst>
            </a:blip>
            <a:stretch>
              <a:fillRect/>
            </a:stretch>
          </a:blipFill>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pPr marL="0" marR="0" lvl="0" indent="0" algn="l" defTabSz="914288" rtl="0" eaLnBrk="1" fontAlgn="auto" latinLnBrk="0" hangingPunct="1">
              <a:lnSpc>
                <a:spcPct val="120000"/>
              </a:lnSpc>
              <a:spcBef>
                <a:spcPts val="0"/>
              </a:spcBef>
              <a:spcAft>
                <a:spcPts val="0"/>
              </a:spcAft>
              <a:buClr>
                <a:srgbClr val="8BB63B"/>
              </a:buClr>
              <a:buSzTx/>
              <a:buFontTx/>
              <a:buNone/>
              <a:tabLst/>
              <a:defRPr/>
            </a:pPr>
            <a:endParaRPr kumimoji="0" lang="nl-NL" sz="100" b="1" i="0" u="none" strike="noStrike" kern="1200" cap="none" spc="0" normalizeH="0" baseline="0" noProof="0" dirty="0">
              <a:ln>
                <a:noFill/>
              </a:ln>
              <a:solidFill>
                <a:srgbClr val="CD5A19"/>
              </a:solidFill>
              <a:effectLst/>
              <a:uLnTx/>
              <a:uFillTx/>
              <a:latin typeface="Microsoft JhengHei Light"/>
              <a:ea typeface="+mn-ea"/>
              <a:cs typeface="Calibri Light" panose="020F0302020204030204" pitchFamily="34" charset="0"/>
            </a:endParaRPr>
          </a:p>
        </p:txBody>
      </p:sp>
      <p:pic>
        <p:nvPicPr>
          <p:cNvPr id="5" name="Picture 4" descr="Stedin | Vergelijk energie van Stedin via Energiewijzer.nl">
            <a:extLst>
              <a:ext uri="{FF2B5EF4-FFF2-40B4-BE49-F238E27FC236}">
                <a16:creationId xmlns:a16="http://schemas.microsoft.com/office/drawing/2014/main" id="{6DC77475-14FD-9E2E-71FD-719F4485A036}"/>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l="-7926" t="2107" r="-2782" b="234"/>
          <a:stretch/>
        </p:blipFill>
        <p:spPr bwMode="auto">
          <a:xfrm>
            <a:off x="10305157" y="6105052"/>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Enexis - Wikipedia">
            <a:extLst>
              <a:ext uri="{FF2B5EF4-FFF2-40B4-BE49-F238E27FC236}">
                <a16:creationId xmlns:a16="http://schemas.microsoft.com/office/drawing/2014/main" id="{76198634-D809-0CD8-805B-7267E106D268}"/>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13676" r="57344"/>
          <a:stretch/>
        </p:blipFill>
        <p:spPr bwMode="auto">
          <a:xfrm>
            <a:off x="9810650" y="5906048"/>
            <a:ext cx="430373" cy="64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3936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ccel="50000" decel="50000" fill="hold" grpId="0" nodeType="withEffect">
                                  <p:stCondLst>
                                    <p:cond delay="0"/>
                                  </p:stCondLst>
                                  <p:childTnLst>
                                    <p:animScale>
                                      <p:cBhvr>
                                        <p:cTn id="6" dur="4250" fill="hold"/>
                                        <p:tgtEl>
                                          <p:spTgt spid="7"/>
                                        </p:tgtEl>
                                      </p:cBhvr>
                                      <p:by x="110000" y="110000"/>
                                    </p:animScale>
                                  </p:childTnLst>
                                </p:cTn>
                              </p:par>
                              <p:par>
                                <p:cTn id="7" presetID="2" presetClass="entr" presetSubtype="8" decel="100000" fill="hold" grpId="0" nodeType="withEffect">
                                  <p:stCondLst>
                                    <p:cond delay="750"/>
                                  </p:stCondLst>
                                  <p:childTnLst>
                                    <p:set>
                                      <p:cBhvr>
                                        <p:cTn id="8" dur="1" fill="hold">
                                          <p:stCondLst>
                                            <p:cond delay="0"/>
                                          </p:stCondLst>
                                        </p:cTn>
                                        <p:tgtEl>
                                          <p:spTgt spid="17"/>
                                        </p:tgtEl>
                                        <p:attrNameLst>
                                          <p:attrName>style.visibility</p:attrName>
                                        </p:attrNameLst>
                                      </p:cBhvr>
                                      <p:to>
                                        <p:strVal val="visible"/>
                                      </p:to>
                                    </p:set>
                                    <p:anim calcmode="lin" valueType="num">
                                      <p:cBhvr additive="base">
                                        <p:cTn id="9" dur="1000" fill="hold"/>
                                        <p:tgtEl>
                                          <p:spTgt spid="17"/>
                                        </p:tgtEl>
                                        <p:attrNameLst>
                                          <p:attrName>ppt_x</p:attrName>
                                        </p:attrNameLst>
                                      </p:cBhvr>
                                      <p:tavLst>
                                        <p:tav tm="0">
                                          <p:val>
                                            <p:strVal val="0-#ppt_w/2"/>
                                          </p:val>
                                        </p:tav>
                                        <p:tav tm="100000">
                                          <p:val>
                                            <p:strVal val="#ppt_x"/>
                                          </p:val>
                                        </p:tav>
                                      </p:tavLst>
                                    </p:anim>
                                    <p:anim calcmode="lin" valueType="num">
                                      <p:cBhvr additive="base">
                                        <p:cTn id="10" dur="1000" fill="hold"/>
                                        <p:tgtEl>
                                          <p:spTgt spid="17"/>
                                        </p:tgtEl>
                                        <p:attrNameLst>
                                          <p:attrName>ppt_y</p:attrName>
                                        </p:attrNameLst>
                                      </p:cBhvr>
                                      <p:tavLst>
                                        <p:tav tm="0">
                                          <p:val>
                                            <p:strVal val="#ppt_y"/>
                                          </p:val>
                                        </p:tav>
                                        <p:tav tm="100000">
                                          <p:val>
                                            <p:strVal val="#ppt_y"/>
                                          </p:val>
                                        </p:tav>
                                      </p:tavLst>
                                    </p:anim>
                                  </p:childTnLst>
                                </p:cTn>
                              </p:par>
                              <p:par>
                                <p:cTn id="11" presetID="10" presetClass="entr" presetSubtype="0" fill="hold" grpId="0" nodeType="withEffect">
                                  <p:stCondLst>
                                    <p:cond delay="125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tmplLst>
          <p:tmpl>
            <p:tnLst>
              <p:par>
                <p:cTn presetID="2" presetClass="entr" presetSubtype="8" decel="100000" fill="hold" nodeType="withEffect">
                  <p:stCondLst>
                    <p:cond delay="7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1000" fill="hold"/>
                        <p:tgtEl>
                          <p:spTgt spid="17"/>
                        </p:tgtEl>
                        <p:attrNameLst>
                          <p:attrName>ppt_x</p:attrName>
                        </p:attrNameLst>
                      </p:cBhvr>
                      <p:tavLst>
                        <p:tav tm="0">
                          <p:val>
                            <p:strVal val="0-#ppt_w/2"/>
                          </p:val>
                        </p:tav>
                        <p:tav tm="100000">
                          <p:val>
                            <p:strVal val="#ppt_x"/>
                          </p:val>
                        </p:tav>
                      </p:tavLst>
                    </p:anim>
                    <p:anim calcmode="lin" valueType="num">
                      <p:cBhvr additive="base">
                        <p:cTn dur="1000" fill="hold"/>
                        <p:tgtEl>
                          <p:spTgt spid="17"/>
                        </p:tgtEl>
                        <p:attrNameLst>
                          <p:attrName>ppt_y</p:attrName>
                        </p:attrNameLst>
                      </p:cBhvr>
                      <p:tavLst>
                        <p:tav tm="0">
                          <p:val>
                            <p:strVal val="#ppt_y"/>
                          </p:val>
                        </p:tav>
                        <p:tav tm="100000">
                          <p:val>
                            <p:strVal val="#ppt_y"/>
                          </p:val>
                        </p:tav>
                      </p:tavLst>
                    </p:anim>
                  </p:childTnLst>
                </p:cTn>
              </p:par>
            </p:tnLst>
          </p:tmpl>
        </p:tmplLst>
      </p:bldP>
      <p:bldP spid="4" grpId="0" build="p">
        <p:tmplLst>
          <p:tmpl lvl="1">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100%">
    <p:bg>
      <p:bgPr>
        <a:solidFill>
          <a:schemeClr val="bg1"/>
        </a:solidFill>
        <a:effectLst/>
      </p:bgPr>
    </p:bg>
    <p:spTree>
      <p:nvGrpSpPr>
        <p:cNvPr id="1" name=""/>
        <p:cNvGrpSpPr/>
        <p:nvPr/>
      </p:nvGrpSpPr>
      <p:grpSpPr>
        <a:xfrm>
          <a:off x="0" y="0"/>
          <a:ext cx="0" cy="0"/>
          <a:chOff x="0" y="0"/>
          <a:chExt cx="0" cy="0"/>
        </a:xfrm>
      </p:grpSpPr>
      <p:sp>
        <p:nvSpPr>
          <p:cNvPr id="3" name="Tijdelijke aanduiding voor verticale tekst 2"/>
          <p:cNvSpPr>
            <a:spLocks noGrp="1"/>
          </p:cNvSpPr>
          <p:nvPr>
            <p:ph type="body" orient="vert" idx="1" hasCustomPrompt="1"/>
          </p:nvPr>
        </p:nvSpPr>
        <p:spPr>
          <a:xfrm>
            <a:off x="496713" y="1467110"/>
            <a:ext cx="11198569" cy="4314379"/>
          </a:xfrm>
        </p:spPr>
        <p:txBody>
          <a:bodyPr vert="horz"/>
          <a:lstStyle>
            <a:lvl1pPr>
              <a:defRPr/>
            </a:lvl1pPr>
            <a:lvl2pPr>
              <a:defRPr/>
            </a:lvl2pPr>
            <a:lvl3pPr>
              <a:defRPr/>
            </a:lvl3pPr>
            <a:lvl4pPr>
              <a:defRPr/>
            </a:lvl4pPr>
            <a:lvl5pPr>
              <a:defRPr/>
            </a:lvl5pPr>
            <a:lvl6pPr marL="361906" indent="-180952">
              <a:buFont typeface="Arial" panose="020B0604020202020204" pitchFamily="34" charset="0"/>
              <a:buChar char="•"/>
              <a:defRPr sz="1399" baseline="0">
                <a:latin typeface="+mj-lt"/>
              </a:defRPr>
            </a:lvl6pPr>
            <a:lvl7pPr>
              <a:defRPr/>
            </a:lvl7pPr>
            <a:lvl8pPr>
              <a:defRPr/>
            </a:lvl8pPr>
            <a:lvl9pPr>
              <a:defRPr/>
            </a:lvl9pPr>
          </a:lstStyle>
          <a:p>
            <a:pPr lvl="0"/>
            <a:r>
              <a:rPr lang="nl-NL" noProof="0"/>
              <a:t>Header</a:t>
            </a:r>
          </a:p>
          <a:p>
            <a:pPr lvl="1"/>
            <a:r>
              <a:rPr lang="nl-NL" noProof="0"/>
              <a:t>Platte tekst</a:t>
            </a:r>
          </a:p>
          <a:p>
            <a:pPr lvl="2"/>
            <a:r>
              <a:rPr lang="nl-NL" noProof="0"/>
              <a:t>Sub-bullet #1</a:t>
            </a:r>
          </a:p>
          <a:p>
            <a:pPr lvl="3"/>
            <a:r>
              <a:rPr lang="nl-NL" noProof="0"/>
              <a:t>Sub-bullet #2</a:t>
            </a:r>
          </a:p>
          <a:p>
            <a:pPr lvl="4"/>
            <a:r>
              <a:rPr lang="nl-NL" noProof="0"/>
              <a:t>Nummer-bullet</a:t>
            </a:r>
          </a:p>
          <a:p>
            <a:pPr lvl="5"/>
            <a:r>
              <a:rPr lang="nl-NL" noProof="0"/>
              <a:t>Sub-bullet #3</a:t>
            </a:r>
          </a:p>
          <a:p>
            <a:pPr lvl="6"/>
            <a:r>
              <a:rPr lang="nl-NL" noProof="0"/>
              <a:t>Platte tekst2</a:t>
            </a:r>
          </a:p>
          <a:p>
            <a:pPr lvl="7"/>
            <a:r>
              <a:rPr lang="nl-NL" noProof="0"/>
              <a:t>Sub-bullet #4</a:t>
            </a:r>
          </a:p>
          <a:p>
            <a:pPr lvl="8"/>
            <a:r>
              <a:rPr lang="nl-NL" noProof="0"/>
              <a:t>Header2</a:t>
            </a:r>
          </a:p>
        </p:txBody>
      </p:sp>
      <p:sp>
        <p:nvSpPr>
          <p:cNvPr id="22" name="Titel 1">
            <a:extLst>
              <a:ext uri="{FF2B5EF4-FFF2-40B4-BE49-F238E27FC236}">
                <a16:creationId xmlns:a16="http://schemas.microsoft.com/office/drawing/2014/main" id="{08A88B9B-88D8-4FD4-A114-66EA11425C4B}"/>
              </a:ext>
            </a:extLst>
          </p:cNvPr>
          <p:cNvSpPr>
            <a:spLocks noGrp="1"/>
          </p:cNvSpPr>
          <p:nvPr>
            <p:ph type="title" hasCustomPrompt="1"/>
          </p:nvPr>
        </p:nvSpPr>
        <p:spPr>
          <a:xfrm>
            <a:off x="496714" y="400052"/>
            <a:ext cx="9202625" cy="328612"/>
          </a:xfrm>
        </p:spPr>
        <p:txBody>
          <a:bodyPr/>
          <a:lstStyle>
            <a:lvl1pPr>
              <a:defRPr>
                <a:solidFill>
                  <a:schemeClr val="accent3"/>
                </a:solidFill>
              </a:defRPr>
            </a:lvl1pPr>
          </a:lstStyle>
          <a:p>
            <a:r>
              <a:rPr lang="nl-NL" noProof="0"/>
              <a:t>Koptitel</a:t>
            </a:r>
          </a:p>
        </p:txBody>
      </p:sp>
      <p:sp>
        <p:nvSpPr>
          <p:cNvPr id="29" name="Tijdelijke aanduiding voor tekst 14">
            <a:extLst>
              <a:ext uri="{FF2B5EF4-FFF2-40B4-BE49-F238E27FC236}">
                <a16:creationId xmlns:a16="http://schemas.microsoft.com/office/drawing/2014/main" id="{D93BADD0-A3B5-4C3B-8DD0-3D113F076045}"/>
              </a:ext>
            </a:extLst>
          </p:cNvPr>
          <p:cNvSpPr>
            <a:spLocks noGrp="1"/>
          </p:cNvSpPr>
          <p:nvPr>
            <p:ph type="body" sz="quarter" idx="14" hasCustomPrompt="1"/>
          </p:nvPr>
        </p:nvSpPr>
        <p:spPr>
          <a:xfrm>
            <a:off x="496714" y="785902"/>
            <a:ext cx="9202625" cy="270790"/>
          </a:xfrm>
        </p:spPr>
        <p:txBody>
          <a:bodyPr>
            <a:noAutofit/>
          </a:bodyPr>
          <a:lstStyle>
            <a:lvl1pPr marL="0" indent="0">
              <a:buNone/>
              <a:defRPr sz="1999" b="0">
                <a:solidFill>
                  <a:schemeClr val="bg2"/>
                </a:solidFill>
                <a:latin typeface="+mj-lt"/>
              </a:defRPr>
            </a:lvl1pPr>
          </a:lstStyle>
          <a:p>
            <a:pPr lvl="0"/>
            <a:r>
              <a:rPr lang="nl-NL" noProof="0"/>
              <a:t>Ondertitel</a:t>
            </a:r>
          </a:p>
        </p:txBody>
      </p:sp>
      <p:sp>
        <p:nvSpPr>
          <p:cNvPr id="45" name="Tijdelijke aanduiding voor datum 3">
            <a:extLst>
              <a:ext uri="{FF2B5EF4-FFF2-40B4-BE49-F238E27FC236}">
                <a16:creationId xmlns:a16="http://schemas.microsoft.com/office/drawing/2014/main" id="{55714DB1-03B4-41D1-B67F-F14BFD99260F}"/>
              </a:ext>
            </a:extLst>
          </p:cNvPr>
          <p:cNvSpPr>
            <a:spLocks noGrp="1"/>
          </p:cNvSpPr>
          <p:nvPr>
            <p:ph type="dt" sz="half" idx="10"/>
          </p:nvPr>
        </p:nvSpPr>
        <p:spPr>
          <a:xfrm>
            <a:off x="8940510" y="6192543"/>
            <a:ext cx="2743200" cy="226714"/>
          </a:xfrm>
        </p:spPr>
        <p:txBody>
          <a:bodyPr/>
          <a:lstStyle/>
          <a:p>
            <a:fld id="{D493E421-713B-4AD0-8E5B-41C84D6EBA53}" type="datetime1">
              <a:rPr lang="nl-NL" noProof="0" smtClean="0"/>
              <a:t>18-3-2025</a:t>
            </a:fld>
            <a:endParaRPr lang="nl-NL" noProof="0"/>
          </a:p>
        </p:txBody>
      </p:sp>
      <p:sp>
        <p:nvSpPr>
          <p:cNvPr id="46" name="Tijdelijke aanduiding voor voettekst 4">
            <a:extLst>
              <a:ext uri="{FF2B5EF4-FFF2-40B4-BE49-F238E27FC236}">
                <a16:creationId xmlns:a16="http://schemas.microsoft.com/office/drawing/2014/main" id="{4F2D7A01-8BD0-48E5-BFE0-C57FC83F251C}"/>
              </a:ext>
            </a:extLst>
          </p:cNvPr>
          <p:cNvSpPr>
            <a:spLocks noGrp="1"/>
          </p:cNvSpPr>
          <p:nvPr>
            <p:ph type="ftr" sz="quarter" idx="11"/>
          </p:nvPr>
        </p:nvSpPr>
        <p:spPr>
          <a:xfrm>
            <a:off x="823408" y="6194305"/>
            <a:ext cx="5139260" cy="226714"/>
          </a:xfrm>
        </p:spPr>
        <p:txBody>
          <a:bodyPr/>
          <a:lstStyle>
            <a:lvl1pPr>
              <a:defRPr/>
            </a:lvl1pPr>
          </a:lstStyle>
          <a:p>
            <a:r>
              <a:rPr lang="nl-NL" noProof="0"/>
              <a:t>Plaats hier uw voettekst</a:t>
            </a:r>
          </a:p>
        </p:txBody>
      </p:sp>
      <p:sp>
        <p:nvSpPr>
          <p:cNvPr id="47" name="Tijdelijke aanduiding voor dianummer 5">
            <a:extLst>
              <a:ext uri="{FF2B5EF4-FFF2-40B4-BE49-F238E27FC236}">
                <a16:creationId xmlns:a16="http://schemas.microsoft.com/office/drawing/2014/main" id="{FB7B4016-2B9F-46E5-A46A-A6A2B08C3202}"/>
              </a:ext>
            </a:extLst>
          </p:cNvPr>
          <p:cNvSpPr>
            <a:spLocks noGrp="1"/>
          </p:cNvSpPr>
          <p:nvPr>
            <p:ph type="sldNum" sz="quarter" idx="12"/>
          </p:nvPr>
        </p:nvSpPr>
        <p:spPr>
          <a:xfrm>
            <a:off x="480242" y="6190780"/>
            <a:ext cx="244462" cy="230238"/>
          </a:xfrm>
        </p:spPr>
        <p:txBody>
          <a:bodyPr/>
          <a:lstStyle/>
          <a:p>
            <a:fld id="{55B2A88A-B7BD-41B1-9FCB-9BE633251ACA}" type="slidenum">
              <a:rPr lang="nl-NL" noProof="0" smtClean="0"/>
              <a:t>‹#›</a:t>
            </a:fld>
            <a:endParaRPr lang="nl-NL" noProof="0"/>
          </a:p>
        </p:txBody>
      </p:sp>
      <p:sp>
        <p:nvSpPr>
          <p:cNvPr id="2" name="Text Placeholder 4">
            <a:extLst>
              <a:ext uri="{FF2B5EF4-FFF2-40B4-BE49-F238E27FC236}">
                <a16:creationId xmlns:a16="http://schemas.microsoft.com/office/drawing/2014/main" id="{C96AF0A7-5180-642A-93ED-625A1B244CA2}"/>
              </a:ext>
            </a:extLst>
          </p:cNvPr>
          <p:cNvSpPr txBox="1">
            <a:spLocks/>
          </p:cNvSpPr>
          <p:nvPr userDrawn="1"/>
        </p:nvSpPr>
        <p:spPr>
          <a:xfrm>
            <a:off x="11216692" y="570325"/>
            <a:ext cx="672214" cy="281101"/>
          </a:xfrm>
          <a:prstGeom prst="rect">
            <a:avLst/>
          </a:prstGeom>
          <a:blipFill>
            <a:blip r:embed="rId2" cstate="screen">
              <a:extLst>
                <a:ext uri="{28A0092B-C50C-407E-A947-70E740481C1C}">
                  <a14:useLocalDpi xmlns:a14="http://schemas.microsoft.com/office/drawing/2010/main"/>
                </a:ext>
              </a:extLst>
            </a:blip>
            <a:stretch>
              <a:fillRect/>
            </a:stretch>
          </a:blipFill>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pPr marL="0" marR="0" lvl="0" indent="0" algn="l" defTabSz="914288" rtl="0" eaLnBrk="1" fontAlgn="auto" latinLnBrk="0" hangingPunct="1">
              <a:lnSpc>
                <a:spcPct val="120000"/>
              </a:lnSpc>
              <a:spcBef>
                <a:spcPts val="0"/>
              </a:spcBef>
              <a:spcAft>
                <a:spcPts val="0"/>
              </a:spcAft>
              <a:buClr>
                <a:srgbClr val="8BB63B"/>
              </a:buClr>
              <a:buSzTx/>
              <a:buFontTx/>
              <a:buNone/>
              <a:tabLst/>
              <a:defRPr/>
            </a:pPr>
            <a:endParaRPr kumimoji="0" lang="nl-NL" sz="100" b="1" i="0" u="none" strike="noStrike" kern="1200" cap="none" spc="0" normalizeH="0" baseline="0" noProof="0" dirty="0">
              <a:ln>
                <a:noFill/>
              </a:ln>
              <a:solidFill>
                <a:srgbClr val="CD5A19"/>
              </a:solidFill>
              <a:effectLst/>
              <a:uLnTx/>
              <a:uFillTx/>
              <a:latin typeface="Microsoft JhengHei Light"/>
              <a:ea typeface="+mn-ea"/>
              <a:cs typeface="Calibri Light" panose="020F0302020204030204" pitchFamily="34" charset="0"/>
            </a:endParaRPr>
          </a:p>
        </p:txBody>
      </p:sp>
      <p:pic>
        <p:nvPicPr>
          <p:cNvPr id="4" name="Picture 4" descr="Stedin | Vergelijk energie van Stedin via Energiewijzer.nl">
            <a:extLst>
              <a:ext uri="{FF2B5EF4-FFF2-40B4-BE49-F238E27FC236}">
                <a16:creationId xmlns:a16="http://schemas.microsoft.com/office/drawing/2014/main" id="{A0AF8B00-BBE3-8F8E-5B51-C1D6422C5FB8}"/>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7926" t="2107" r="-2782" b="234"/>
          <a:stretch/>
        </p:blipFill>
        <p:spPr bwMode="auto">
          <a:xfrm>
            <a:off x="10356673" y="605901"/>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nexis - Wikipedia">
            <a:extLst>
              <a:ext uri="{FF2B5EF4-FFF2-40B4-BE49-F238E27FC236}">
                <a16:creationId xmlns:a16="http://schemas.microsoft.com/office/drawing/2014/main" id="{A8808075-E314-6A9D-5FD4-530C00BE9E87}"/>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l="13676" r="57344"/>
          <a:stretch/>
        </p:blipFill>
        <p:spPr bwMode="auto">
          <a:xfrm>
            <a:off x="9862166" y="406897"/>
            <a:ext cx="430373" cy="64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370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ekst 100%">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861393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4">
            <a:extLst>
              <a:ext uri="{FF2B5EF4-FFF2-40B4-BE49-F238E27FC236}">
                <a16:creationId xmlns:a16="http://schemas.microsoft.com/office/drawing/2014/main" id="{F19D9EE3-4257-850E-10C3-0ACB5012F88B}"/>
              </a:ext>
            </a:extLst>
          </p:cNvPr>
          <p:cNvSpPr txBox="1">
            <a:spLocks/>
          </p:cNvSpPr>
          <p:nvPr userDrawn="1"/>
        </p:nvSpPr>
        <p:spPr>
          <a:xfrm>
            <a:off x="11216692" y="570325"/>
            <a:ext cx="672214" cy="281101"/>
          </a:xfrm>
          <a:prstGeom prst="rect">
            <a:avLst/>
          </a:prstGeom>
          <a:blipFill>
            <a:blip r:embed="rId5" cstate="screen">
              <a:extLst>
                <a:ext uri="{28A0092B-C50C-407E-A947-70E740481C1C}">
                  <a14:useLocalDpi xmlns:a14="http://schemas.microsoft.com/office/drawing/2010/main"/>
                </a:ext>
              </a:extLst>
            </a:blip>
            <a:stretch>
              <a:fillRect/>
            </a:stretch>
          </a:blipFill>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pPr marL="0" marR="0" lvl="0" indent="0" algn="l" defTabSz="914288" rtl="0" eaLnBrk="1" fontAlgn="auto" latinLnBrk="0" hangingPunct="1">
              <a:lnSpc>
                <a:spcPct val="120000"/>
              </a:lnSpc>
              <a:spcBef>
                <a:spcPts val="0"/>
              </a:spcBef>
              <a:spcAft>
                <a:spcPts val="0"/>
              </a:spcAft>
              <a:buClr>
                <a:srgbClr val="8BB63B"/>
              </a:buClr>
              <a:buSzTx/>
              <a:buFontTx/>
              <a:buNone/>
              <a:tabLst/>
              <a:defRPr/>
            </a:pPr>
            <a:endParaRPr kumimoji="0" lang="nl-NL" sz="100" b="1" i="0" u="none" strike="noStrike" kern="1200" cap="none" spc="0" normalizeH="0" baseline="0" noProof="0" dirty="0">
              <a:ln>
                <a:noFill/>
              </a:ln>
              <a:solidFill>
                <a:srgbClr val="CD5A19"/>
              </a:solidFill>
              <a:effectLst/>
              <a:uLnTx/>
              <a:uFillTx/>
              <a:latin typeface="Microsoft JhengHei Light"/>
              <a:ea typeface="+mn-ea"/>
              <a:cs typeface="Calibri Light" panose="020F0302020204030204" pitchFamily="34" charset="0"/>
            </a:endParaRPr>
          </a:p>
        </p:txBody>
      </p:sp>
      <p:pic>
        <p:nvPicPr>
          <p:cNvPr id="4" name="Picture 4" descr="Stedin | Vergelijk energie van Stedin via Energiewijzer.nl">
            <a:extLst>
              <a:ext uri="{FF2B5EF4-FFF2-40B4-BE49-F238E27FC236}">
                <a16:creationId xmlns:a16="http://schemas.microsoft.com/office/drawing/2014/main" id="{B0A42466-C811-CA17-676C-5596EBACBFB3}"/>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7926" t="2107" r="-2782" b="234"/>
          <a:stretch/>
        </p:blipFill>
        <p:spPr bwMode="auto">
          <a:xfrm>
            <a:off x="10356673" y="605901"/>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nexis - Wikipedia">
            <a:extLst>
              <a:ext uri="{FF2B5EF4-FFF2-40B4-BE49-F238E27FC236}">
                <a16:creationId xmlns:a16="http://schemas.microsoft.com/office/drawing/2014/main" id="{6445D2CB-2812-B0EF-2E1E-9953AB13DFB9}"/>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13676" r="57344"/>
          <a:stretch/>
        </p:blipFill>
        <p:spPr bwMode="auto">
          <a:xfrm>
            <a:off x="9862166" y="406897"/>
            <a:ext cx="430373" cy="64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5994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2_Leeg">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83A6535-2E9A-934E-AB9E-EBFDB914EA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200456" y="5880345"/>
            <a:ext cx="1919064" cy="907557"/>
          </a:xfrm>
          <a:prstGeom prst="rect">
            <a:avLst/>
          </a:prstGeom>
        </p:spPr>
      </p:pic>
    </p:spTree>
    <p:extLst>
      <p:ext uri="{BB962C8B-B14F-4D97-AF65-F5344CB8AC3E}">
        <p14:creationId xmlns:p14="http://schemas.microsoft.com/office/powerpoint/2010/main" val="1987739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ekst 100% Kolommen">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9535466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jdelijke aanduiding voor verticale tekst 2"/>
          <p:cNvSpPr>
            <a:spLocks noGrp="1"/>
          </p:cNvSpPr>
          <p:nvPr>
            <p:ph type="body" orient="vert" idx="1" hasCustomPrompt="1"/>
          </p:nvPr>
        </p:nvSpPr>
        <p:spPr>
          <a:xfrm>
            <a:off x="496713" y="1467111"/>
            <a:ext cx="11198569" cy="4320756"/>
          </a:xfrm>
        </p:spPr>
        <p:txBody>
          <a:bodyPr vert="horz" numCol="2" spcCol="576000">
            <a:noAutofit/>
          </a:bodyPr>
          <a:lstStyle>
            <a:lvl1pPr marL="0" marR="0" indent="0" algn="l" defTabSz="914400" rtl="0" eaLnBrk="1" fontAlgn="auto" latinLnBrk="0" hangingPunct="1">
              <a:lnSpc>
                <a:spcPct val="120000"/>
              </a:lnSpc>
              <a:spcBef>
                <a:spcPts val="0"/>
              </a:spcBef>
              <a:spcAft>
                <a:spcPts val="0"/>
              </a:spcAft>
              <a:buClr>
                <a:srgbClr val="8BB63B"/>
              </a:buClr>
              <a:buSzTx/>
              <a:buFontTx/>
              <a:buNone/>
              <a:tabLst/>
              <a:defRPr sz="1600"/>
            </a:lvl1pPr>
            <a:lvl2pPr marL="0" marR="0" indent="0" algn="l" defTabSz="914400" rtl="0" eaLnBrk="1" fontAlgn="auto" latinLnBrk="0" hangingPunct="1">
              <a:lnSpc>
                <a:spcPct val="120000"/>
              </a:lnSpc>
              <a:spcBef>
                <a:spcPts val="0"/>
              </a:spcBef>
              <a:spcAft>
                <a:spcPts val="0"/>
              </a:spcAft>
              <a:buClr>
                <a:srgbClr val="AF1A1C"/>
              </a:buClr>
              <a:buSzTx/>
              <a:buFontTx/>
              <a:buNone/>
              <a:tabLst/>
              <a:defRPr sz="1400"/>
            </a:lvl2pPr>
            <a:lvl3pPr marL="180975" marR="0" indent="-180975" algn="l" defTabSz="914400" rtl="0" eaLnBrk="1" fontAlgn="auto" latinLnBrk="0" hangingPunct="1">
              <a:lnSpc>
                <a:spcPct val="120000"/>
              </a:lnSpc>
              <a:spcBef>
                <a:spcPts val="0"/>
              </a:spcBef>
              <a:spcAft>
                <a:spcPts val="0"/>
              </a:spcAft>
              <a:buClr>
                <a:srgbClr val="8BB63B"/>
              </a:buClr>
              <a:buSzTx/>
              <a:buFont typeface="Arial" panose="020B0604020202020204" pitchFamily="34" charset="0"/>
              <a:buChar char="•"/>
              <a:tabLst/>
              <a:defRPr sz="1400"/>
            </a:lvl3pPr>
            <a:lvl4pPr marL="361950" marR="0" indent="-180975" algn="l" defTabSz="914400" rtl="0" eaLnBrk="1" fontAlgn="auto" latinLnBrk="0" hangingPunct="1">
              <a:lnSpc>
                <a:spcPct val="120000"/>
              </a:lnSpc>
              <a:spcBef>
                <a:spcPts val="0"/>
              </a:spcBef>
              <a:spcAft>
                <a:spcPts val="0"/>
              </a:spcAft>
              <a:buClr>
                <a:srgbClr val="CD5A19"/>
              </a:buClr>
              <a:buSzTx/>
              <a:buFont typeface="Arial" panose="020B0604020202020204" pitchFamily="34" charset="0"/>
              <a:buChar char="•"/>
              <a:tabLst/>
              <a:defRPr sz="1400"/>
            </a:lvl4pPr>
            <a:lvl5pPr marL="180975" marR="0" indent="-180975" algn="l" defTabSz="914400" rtl="0" eaLnBrk="1" fontAlgn="auto" latinLnBrk="0" hangingPunct="1">
              <a:lnSpc>
                <a:spcPct val="120000"/>
              </a:lnSpc>
              <a:spcBef>
                <a:spcPts val="0"/>
              </a:spcBef>
              <a:spcAft>
                <a:spcPts val="0"/>
              </a:spcAft>
              <a:buClr>
                <a:srgbClr val="CD5A19"/>
              </a:buClr>
              <a:buSzTx/>
              <a:buFont typeface="+mj-lt"/>
              <a:buAutoNum type="arabicPeriod"/>
              <a:tabLst/>
              <a:defRPr sz="1600"/>
            </a:lvl5pPr>
            <a:lvl6pPr marL="361950" marR="0" indent="-180975" algn="l" defTabSz="914400" rtl="0" eaLnBrk="1" fontAlgn="auto" latinLnBrk="0" hangingPunct="1">
              <a:lnSpc>
                <a:spcPct val="120000"/>
              </a:lnSpc>
              <a:spcBef>
                <a:spcPts val="0"/>
              </a:spcBef>
              <a:spcAft>
                <a:spcPts val="0"/>
              </a:spcAft>
              <a:buClr>
                <a:srgbClr val="8BB63B"/>
              </a:buClr>
              <a:buSzTx/>
              <a:buFont typeface="Arial" panose="020B0604020202020204" pitchFamily="34" charset="0"/>
              <a:buChar char="•"/>
              <a:tabLst/>
              <a:defRPr sz="1600">
                <a:latin typeface="+mj-lt"/>
              </a:defRPr>
            </a:lvl6pPr>
            <a:lvl7pPr marL="0" marR="0" indent="0" algn="l" defTabSz="914400" rtl="0" eaLnBrk="1" fontAlgn="auto" latinLnBrk="0" hangingPunct="1">
              <a:lnSpc>
                <a:spcPct val="120000"/>
              </a:lnSpc>
              <a:spcBef>
                <a:spcPts val="0"/>
              </a:spcBef>
              <a:spcAft>
                <a:spcPts val="0"/>
              </a:spcAft>
              <a:buClr>
                <a:srgbClr val="AF1A1C"/>
              </a:buClr>
              <a:buSzTx/>
              <a:buFontTx/>
              <a:buNone/>
              <a:tabLst/>
              <a:defRPr/>
            </a:lvl7pPr>
            <a:lvl8pPr marL="541338" marR="0" indent="-360363" algn="l" defTabSz="914400" rtl="0" eaLnBrk="1" fontAlgn="auto" latinLnBrk="0" hangingPunct="1">
              <a:lnSpc>
                <a:spcPct val="120000"/>
              </a:lnSpc>
              <a:spcBef>
                <a:spcPts val="0"/>
              </a:spcBef>
              <a:spcAft>
                <a:spcPts val="0"/>
              </a:spcAft>
              <a:buClr>
                <a:srgbClr val="8BB63B"/>
              </a:buClr>
              <a:buSzTx/>
              <a:buFont typeface="Wingdings" panose="05000000000000000000" pitchFamily="2" charset="2"/>
              <a:buChar char="à"/>
              <a:tabLst/>
              <a:defRPr/>
            </a:lvl8pPr>
            <a:lvl9pPr marL="0" marR="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lvl9pPr>
          </a:lstStyle>
          <a:p>
            <a:pPr lvl="0"/>
            <a:r>
              <a:rPr lang="nl-NL" noProof="0"/>
              <a:t>Header</a:t>
            </a:r>
          </a:p>
          <a:p>
            <a:pPr lvl="1"/>
            <a:r>
              <a:rPr lang="nl-NL" noProof="0"/>
              <a:t>Platte tekst</a:t>
            </a:r>
          </a:p>
          <a:p>
            <a:pPr lvl="2"/>
            <a:r>
              <a:rPr lang="nl-NL" noProof="0"/>
              <a:t>Sub-</a:t>
            </a:r>
            <a:r>
              <a:rPr lang="nl-NL" noProof="0" err="1"/>
              <a:t>bullet</a:t>
            </a:r>
            <a:r>
              <a:rPr lang="nl-NL" noProof="0"/>
              <a:t> #1</a:t>
            </a:r>
          </a:p>
          <a:p>
            <a:pPr lvl="3"/>
            <a:r>
              <a:rPr lang="nl-NL" noProof="0"/>
              <a:t>Sub-</a:t>
            </a:r>
            <a:r>
              <a:rPr lang="nl-NL" noProof="0" err="1"/>
              <a:t>bullet</a:t>
            </a:r>
            <a:r>
              <a:rPr lang="nl-NL" noProof="0"/>
              <a:t> #2</a:t>
            </a:r>
          </a:p>
          <a:p>
            <a:pPr lvl="4"/>
            <a:r>
              <a:rPr lang="nl-NL" noProof="0"/>
              <a:t>Nummer-</a:t>
            </a:r>
            <a:r>
              <a:rPr lang="nl-NL" noProof="0" err="1"/>
              <a:t>bullet</a:t>
            </a:r>
            <a:endParaRPr lang="nl-NL" noProof="0"/>
          </a:p>
          <a:p>
            <a:pPr lvl="5"/>
            <a:r>
              <a:rPr lang="nl-NL" noProof="0"/>
              <a:t>Sub-</a:t>
            </a:r>
            <a:r>
              <a:rPr lang="nl-NL" noProof="0" err="1"/>
              <a:t>bullet</a:t>
            </a:r>
            <a:r>
              <a:rPr lang="nl-NL" noProof="0"/>
              <a:t> #3</a:t>
            </a:r>
          </a:p>
          <a:p>
            <a:pPr lvl="6"/>
            <a:r>
              <a:rPr lang="nl-NL" noProof="0"/>
              <a:t>Platte tekst2</a:t>
            </a:r>
          </a:p>
          <a:p>
            <a:pPr lvl="7"/>
            <a:r>
              <a:rPr lang="nl-NL" noProof="0"/>
              <a:t>Sub-</a:t>
            </a:r>
            <a:r>
              <a:rPr lang="nl-NL" noProof="0" err="1"/>
              <a:t>bullet</a:t>
            </a:r>
            <a:r>
              <a:rPr lang="nl-NL" noProof="0"/>
              <a:t> #4</a:t>
            </a:r>
          </a:p>
          <a:p>
            <a:pPr lvl="8"/>
            <a:r>
              <a:rPr lang="nl-NL" noProof="0"/>
              <a:t>Header2</a:t>
            </a:r>
          </a:p>
        </p:txBody>
      </p:sp>
      <p:sp>
        <p:nvSpPr>
          <p:cNvPr id="18" name="Titel 1">
            <a:extLst>
              <a:ext uri="{FF2B5EF4-FFF2-40B4-BE49-F238E27FC236}">
                <a16:creationId xmlns:a16="http://schemas.microsoft.com/office/drawing/2014/main" id="{1C9A417D-54A5-4A71-8B81-7526013FD947}"/>
              </a:ext>
            </a:extLst>
          </p:cNvPr>
          <p:cNvSpPr>
            <a:spLocks noGrp="1"/>
          </p:cNvSpPr>
          <p:nvPr>
            <p:ph type="title" hasCustomPrompt="1"/>
          </p:nvPr>
        </p:nvSpPr>
        <p:spPr>
          <a:xfrm>
            <a:off x="496713" y="400050"/>
            <a:ext cx="9202625" cy="701105"/>
          </a:xfrm>
        </p:spPr>
        <p:txBody>
          <a:bodyPr/>
          <a:lstStyle>
            <a:lvl1pPr>
              <a:defRPr>
                <a:solidFill>
                  <a:schemeClr val="accent3"/>
                </a:solidFill>
              </a:defRPr>
            </a:lvl1pPr>
          </a:lstStyle>
          <a:p>
            <a:r>
              <a:rPr lang="nl-NL" noProof="0"/>
              <a:t>Koptitel</a:t>
            </a:r>
          </a:p>
        </p:txBody>
      </p:sp>
      <p:sp>
        <p:nvSpPr>
          <p:cNvPr id="33" name="Tijdelijke aanduiding voor voettekst 4">
            <a:extLst>
              <a:ext uri="{FF2B5EF4-FFF2-40B4-BE49-F238E27FC236}">
                <a16:creationId xmlns:a16="http://schemas.microsoft.com/office/drawing/2014/main" id="{20812B2F-B80B-4623-8A5A-F50D2B9A2D46}"/>
              </a:ext>
            </a:extLst>
          </p:cNvPr>
          <p:cNvSpPr>
            <a:spLocks noGrp="1"/>
          </p:cNvSpPr>
          <p:nvPr>
            <p:ph type="ftr" sz="quarter" idx="11"/>
          </p:nvPr>
        </p:nvSpPr>
        <p:spPr>
          <a:xfrm>
            <a:off x="496713" y="6315328"/>
            <a:ext cx="5139260" cy="226714"/>
          </a:xfrm>
        </p:spPr>
        <p:txBody>
          <a:bodyPr/>
          <a:lstStyle>
            <a:lvl1pPr>
              <a:defRPr/>
            </a:lvl1pPr>
          </a:lstStyle>
          <a:p>
            <a:endParaRPr lang="nl-NL"/>
          </a:p>
        </p:txBody>
      </p:sp>
      <p:sp>
        <p:nvSpPr>
          <p:cNvPr id="9" name="Tijdelijke aanduiding voor tekst 14">
            <a:extLst>
              <a:ext uri="{FF2B5EF4-FFF2-40B4-BE49-F238E27FC236}">
                <a16:creationId xmlns:a16="http://schemas.microsoft.com/office/drawing/2014/main" id="{D93BADD0-A3B5-4C3B-8DD0-3D113F076045}"/>
              </a:ext>
            </a:extLst>
          </p:cNvPr>
          <p:cNvSpPr>
            <a:spLocks noGrp="1"/>
          </p:cNvSpPr>
          <p:nvPr>
            <p:ph type="body" sz="quarter" idx="15" hasCustomPrompt="1"/>
          </p:nvPr>
        </p:nvSpPr>
        <p:spPr>
          <a:xfrm>
            <a:off x="496713" y="102690"/>
            <a:ext cx="10181314" cy="270790"/>
          </a:xfrm>
        </p:spPr>
        <p:txBody>
          <a:bodyPr>
            <a:noAutofit/>
          </a:bodyPr>
          <a:lstStyle>
            <a:lvl1pPr marL="0" indent="0">
              <a:buNone/>
              <a:defRPr sz="1200" b="1">
                <a:solidFill>
                  <a:schemeClr val="bg2"/>
                </a:solidFill>
                <a:latin typeface="+mj-lt"/>
              </a:defRPr>
            </a:lvl1pPr>
          </a:lstStyle>
          <a:p>
            <a:pPr lvl="0"/>
            <a:r>
              <a:rPr lang="nl-NL" noProof="0"/>
              <a:t>Header</a:t>
            </a:r>
          </a:p>
        </p:txBody>
      </p:sp>
      <p:sp>
        <p:nvSpPr>
          <p:cNvPr id="12" name="Tijdelijke aanduiding voor datum 3"/>
          <p:cNvSpPr>
            <a:spLocks noGrp="1"/>
          </p:cNvSpPr>
          <p:nvPr>
            <p:ph type="dt" sz="half" idx="2"/>
          </p:nvPr>
        </p:nvSpPr>
        <p:spPr>
          <a:xfrm>
            <a:off x="8610598" y="6291497"/>
            <a:ext cx="2743200" cy="226714"/>
          </a:xfrm>
          <a:prstGeom prst="rect">
            <a:avLst/>
          </a:prstGeom>
        </p:spPr>
        <p:txBody>
          <a:bodyPr vert="horz" lIns="0" tIns="0" rIns="0" bIns="0" rtlCol="0" anchor="ctr">
            <a:noAutofit/>
          </a:bodyPr>
          <a:lstStyle>
            <a:lvl1pPr algn="r">
              <a:defRPr sz="900">
                <a:solidFill>
                  <a:schemeClr val="accent3"/>
                </a:solidFill>
              </a:defRPr>
            </a:lvl1pPr>
          </a:lstStyle>
          <a:p>
            <a:fld id="{59DADCC9-2B99-4E82-B806-C27C117217A0}" type="datetime1">
              <a:rPr lang="nl-NL" smtClean="0"/>
              <a:t>18-3-2025</a:t>
            </a:fld>
            <a:endParaRPr lang="nl-NL"/>
          </a:p>
        </p:txBody>
      </p:sp>
      <p:sp>
        <p:nvSpPr>
          <p:cNvPr id="13" name="Tijdelijke aanduiding voor dianummer 5"/>
          <p:cNvSpPr>
            <a:spLocks noGrp="1"/>
          </p:cNvSpPr>
          <p:nvPr>
            <p:ph type="sldNum" sz="quarter" idx="4"/>
          </p:nvPr>
        </p:nvSpPr>
        <p:spPr>
          <a:xfrm>
            <a:off x="11470674" y="6289735"/>
            <a:ext cx="224608" cy="230238"/>
          </a:xfrm>
          <a:prstGeom prst="rect">
            <a:avLst/>
          </a:prstGeom>
        </p:spPr>
        <p:txBody>
          <a:bodyPr vert="horz" lIns="0" tIns="0" rIns="0" bIns="0" rtlCol="0" anchor="ctr">
            <a:noAutofit/>
          </a:bodyPr>
          <a:lstStyle>
            <a:lvl1pPr algn="l">
              <a:defRPr sz="900" b="1">
                <a:solidFill>
                  <a:schemeClr val="accent3"/>
                </a:solidFill>
              </a:defRPr>
            </a:lvl1pPr>
          </a:lstStyle>
          <a:p>
            <a:fld id="{87D0A8D0-B1FF-4021-B846-6BABA6DA60ED}" type="slidenum">
              <a:rPr lang="nl-NL" smtClean="0"/>
              <a:t>‹#›</a:t>
            </a:fld>
            <a:endParaRPr lang="nl-NL"/>
          </a:p>
        </p:txBody>
      </p:sp>
      <p:sp>
        <p:nvSpPr>
          <p:cNvPr id="4" name="Text Placeholder 4">
            <a:extLst>
              <a:ext uri="{FF2B5EF4-FFF2-40B4-BE49-F238E27FC236}">
                <a16:creationId xmlns:a16="http://schemas.microsoft.com/office/drawing/2014/main" id="{10807216-5025-8112-A6FD-81DAED9674FE}"/>
              </a:ext>
            </a:extLst>
          </p:cNvPr>
          <p:cNvSpPr txBox="1">
            <a:spLocks/>
          </p:cNvSpPr>
          <p:nvPr userDrawn="1"/>
        </p:nvSpPr>
        <p:spPr>
          <a:xfrm>
            <a:off x="11216692" y="570325"/>
            <a:ext cx="672214" cy="281101"/>
          </a:xfrm>
          <a:prstGeom prst="rect">
            <a:avLst/>
          </a:prstGeom>
          <a:blipFill>
            <a:blip r:embed="rId5" cstate="screen">
              <a:extLst>
                <a:ext uri="{28A0092B-C50C-407E-A947-70E740481C1C}">
                  <a14:useLocalDpi xmlns:a14="http://schemas.microsoft.com/office/drawing/2010/main"/>
                </a:ext>
              </a:extLst>
            </a:blip>
            <a:stretch>
              <a:fillRect/>
            </a:stretch>
          </a:blipFill>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pPr marL="0" marR="0" lvl="0" indent="0" algn="l" defTabSz="914288" rtl="0" eaLnBrk="1" fontAlgn="auto" latinLnBrk="0" hangingPunct="1">
              <a:lnSpc>
                <a:spcPct val="120000"/>
              </a:lnSpc>
              <a:spcBef>
                <a:spcPts val="0"/>
              </a:spcBef>
              <a:spcAft>
                <a:spcPts val="0"/>
              </a:spcAft>
              <a:buClr>
                <a:srgbClr val="8BB63B"/>
              </a:buClr>
              <a:buSzTx/>
              <a:buFontTx/>
              <a:buNone/>
              <a:tabLst/>
              <a:defRPr/>
            </a:pPr>
            <a:endParaRPr kumimoji="0" lang="nl-NL" sz="100" b="1" i="0" u="none" strike="noStrike" kern="1200" cap="none" spc="0" normalizeH="0" baseline="0" noProof="0" dirty="0">
              <a:ln>
                <a:noFill/>
              </a:ln>
              <a:solidFill>
                <a:srgbClr val="CD5A19"/>
              </a:solidFill>
              <a:effectLst/>
              <a:uLnTx/>
              <a:uFillTx/>
              <a:latin typeface="Microsoft JhengHei Light"/>
              <a:ea typeface="+mn-ea"/>
              <a:cs typeface="Calibri Light" panose="020F0302020204030204" pitchFamily="34" charset="0"/>
            </a:endParaRPr>
          </a:p>
        </p:txBody>
      </p:sp>
      <p:pic>
        <p:nvPicPr>
          <p:cNvPr id="5" name="Picture 4" descr="Stedin | Vergelijk energie van Stedin via Energiewijzer.nl">
            <a:extLst>
              <a:ext uri="{FF2B5EF4-FFF2-40B4-BE49-F238E27FC236}">
                <a16:creationId xmlns:a16="http://schemas.microsoft.com/office/drawing/2014/main" id="{3D1E7713-5815-204D-81E0-34B6F2100780}"/>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7926" t="2107" r="-2782" b="234"/>
          <a:stretch/>
        </p:blipFill>
        <p:spPr bwMode="auto">
          <a:xfrm>
            <a:off x="10356673" y="605901"/>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exis - Wikipedia">
            <a:extLst>
              <a:ext uri="{FF2B5EF4-FFF2-40B4-BE49-F238E27FC236}">
                <a16:creationId xmlns:a16="http://schemas.microsoft.com/office/drawing/2014/main" id="{7D29D0D3-0DC3-567D-7697-E69AFE291738}"/>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13676" r="57344"/>
          <a:stretch/>
        </p:blipFill>
        <p:spPr bwMode="auto">
          <a:xfrm>
            <a:off x="9862166" y="406897"/>
            <a:ext cx="430373" cy="64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791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kstdia met opsomtekens_">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a:xfrm>
            <a:off x="10603200" y="237987"/>
            <a:ext cx="1440000" cy="139700"/>
          </a:xfrm>
          <a:prstGeom prst="rect">
            <a:avLst/>
          </a:prstGeom>
        </p:spPr>
        <p:txBody>
          <a:bodyPr/>
          <a:lstStyle/>
          <a:p>
            <a:fld id="{479201D7-12AB-48DF-B794-892D578533FE}" type="datetime1">
              <a:rPr lang="en-US" smtClean="0">
                <a:solidFill>
                  <a:srgbClr val="821E7D"/>
                </a:solidFill>
              </a:rPr>
              <a:pPr/>
              <a:t>3/18/2025</a:t>
            </a:fld>
            <a:endParaRPr lang="nl-NL">
              <a:solidFill>
                <a:srgbClr val="821E7D"/>
              </a:solidFill>
            </a:endParaRPr>
          </a:p>
        </p:txBody>
      </p:sp>
      <p:sp>
        <p:nvSpPr>
          <p:cNvPr id="4" name="Tijdelijke aanduiding voor voettekst 3"/>
          <p:cNvSpPr>
            <a:spLocks noGrp="1"/>
          </p:cNvSpPr>
          <p:nvPr>
            <p:ph type="ftr" sz="quarter" idx="11"/>
          </p:nvPr>
        </p:nvSpPr>
        <p:spPr>
          <a:xfrm>
            <a:off x="715200" y="6332401"/>
            <a:ext cx="10080000" cy="139700"/>
          </a:xfrm>
          <a:prstGeom prst="rect">
            <a:avLst/>
          </a:prstGeom>
        </p:spPr>
        <p:txBody>
          <a:bodyPr lIns="91429" tIns="45715" rIns="91429" bIns="45715"/>
          <a:lstStyle/>
          <a:p>
            <a:r>
              <a:rPr lang="nl-NL">
                <a:solidFill>
                  <a:srgbClr val="000000"/>
                </a:solidFill>
              </a:rPr>
              <a:t>Titel van de presentatie</a:t>
            </a:r>
          </a:p>
        </p:txBody>
      </p:sp>
      <p:sp>
        <p:nvSpPr>
          <p:cNvPr id="5" name="Tijdelijke aanduiding voor dianummer 4"/>
          <p:cNvSpPr>
            <a:spLocks noGrp="1"/>
          </p:cNvSpPr>
          <p:nvPr>
            <p:ph type="sldNum" sz="quarter" idx="12"/>
          </p:nvPr>
        </p:nvSpPr>
        <p:spPr/>
        <p:txBody>
          <a:bodyPr/>
          <a:lstStyle/>
          <a:p>
            <a:fld id="{52236286-4DC8-46DE-9269-8F728FBC0641}" type="slidenum">
              <a:rPr lang="nl-NL" smtClean="0">
                <a:solidFill>
                  <a:srgbClr val="821E7D"/>
                </a:solidFill>
              </a:rPr>
              <a:pPr/>
              <a:t>‹#›</a:t>
            </a:fld>
            <a:endParaRPr lang="nl-NL">
              <a:solidFill>
                <a:srgbClr val="821E7D"/>
              </a:solidFill>
            </a:endParaRPr>
          </a:p>
        </p:txBody>
      </p:sp>
      <p:sp>
        <p:nvSpPr>
          <p:cNvPr id="6" name="Tijdelijke aanduiding voor inhoud 2"/>
          <p:cNvSpPr>
            <a:spLocks noGrp="1"/>
          </p:cNvSpPr>
          <p:nvPr>
            <p:ph idx="1"/>
          </p:nvPr>
        </p:nvSpPr>
        <p:spPr>
          <a:xfrm>
            <a:off x="715200" y="1188000"/>
            <a:ext cx="10080000" cy="4680000"/>
          </a:xfrm>
        </p:spPr>
        <p:txBody>
          <a:bodyPr lIns="0" tIns="0" rIns="0" bIns="0">
            <a:noAutofit/>
          </a:bodyPr>
          <a:lstStyle>
            <a:lvl1pPr marL="174596" indent="-174596">
              <a:lnSpc>
                <a:spcPct val="110000"/>
              </a:lnSpc>
              <a:spcAft>
                <a:spcPts val="1000"/>
              </a:spcAft>
              <a:buClrTx/>
              <a:buFont typeface="Arial" pitchFamily="34" charset="0"/>
              <a:buChar char="•"/>
              <a:defRPr/>
            </a:lvl1pPr>
            <a:lvl2pPr marL="363478" indent="-188882">
              <a:lnSpc>
                <a:spcPct val="110000"/>
              </a:lnSpc>
              <a:spcAft>
                <a:spcPts val="1000"/>
              </a:spcAft>
              <a:buClrTx/>
              <a:buFont typeface="Arial" pitchFamily="34" charset="0"/>
              <a:buChar char="-"/>
              <a:defRPr/>
            </a:lvl2pPr>
            <a:lvl3pPr marL="538072" indent="-174596">
              <a:lnSpc>
                <a:spcPct val="110000"/>
              </a:lnSpc>
              <a:spcAft>
                <a:spcPts val="1000"/>
              </a:spcAft>
              <a:buClrTx/>
              <a:buFont typeface="Arial" pitchFamily="34" charset="0"/>
              <a:buChar char="-"/>
              <a:defRPr/>
            </a:lvl3pPr>
            <a:lvl4pPr marL="712668" indent="-174596">
              <a:lnSpc>
                <a:spcPct val="110000"/>
              </a:lnSpc>
              <a:spcAft>
                <a:spcPts val="1000"/>
              </a:spcAft>
              <a:buClrTx/>
              <a:buFont typeface="Arial" pitchFamily="34" charset="0"/>
              <a:buChar char="-"/>
              <a:defRPr/>
            </a:lvl4pPr>
            <a:lvl5pPr marL="901547" indent="-188882">
              <a:lnSpc>
                <a:spcPct val="110000"/>
              </a:lnSpc>
              <a:spcAft>
                <a:spcPts val="1000"/>
              </a:spcAft>
              <a:buClrTx/>
              <a:buFont typeface="Arial" pitchFamily="34" charset="0"/>
              <a:buChar char="-"/>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1" name="Titel 1"/>
          <p:cNvSpPr>
            <a:spLocks noGrp="1"/>
          </p:cNvSpPr>
          <p:nvPr>
            <p:ph type="title"/>
          </p:nvPr>
        </p:nvSpPr>
        <p:spPr>
          <a:xfrm>
            <a:off x="715200" y="476591"/>
            <a:ext cx="9888000" cy="412608"/>
          </a:xfrm>
        </p:spPr>
        <p:txBody>
          <a:bodyPr/>
          <a:lstStyle/>
          <a:p>
            <a:r>
              <a:rPr lang="nl-NL"/>
              <a:t>Klik om de stijl te bewerken</a:t>
            </a:r>
          </a:p>
        </p:txBody>
      </p:sp>
    </p:spTree>
    <p:extLst>
      <p:ext uri="{BB962C8B-B14F-4D97-AF65-F5344CB8AC3E}">
        <p14:creationId xmlns:p14="http://schemas.microsoft.com/office/powerpoint/2010/main" val="155602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p>
        </p:txBody>
      </p:sp>
      <p:sp>
        <p:nvSpPr>
          <p:cNvPr id="6" name="Footer Placeholder 4">
            <a:extLst>
              <a:ext uri="{FF2B5EF4-FFF2-40B4-BE49-F238E27FC236}">
                <a16:creationId xmlns:a16="http://schemas.microsoft.com/office/drawing/2014/main" id="{1F588ADF-76C0-7E42-84AE-E019A6479778}"/>
              </a:ext>
            </a:extLst>
          </p:cNvPr>
          <p:cNvSpPr>
            <a:spLocks noGrp="1"/>
          </p:cNvSpPr>
          <p:nvPr>
            <p:ph type="ftr" sz="quarter" idx="3"/>
          </p:nvPr>
        </p:nvSpPr>
        <p:spPr>
          <a:xfrm>
            <a:off x="7305909" y="6388438"/>
            <a:ext cx="4047893" cy="365125"/>
          </a:xfrm>
          <a:prstGeom prst="rect">
            <a:avLst/>
          </a:prstGeom>
        </p:spPr>
        <p:txBody>
          <a:bodyPr anchor="ctr"/>
          <a:lstStyle>
            <a:lvl1pPr algn="r">
              <a:defRPr sz="900" b="0" i="0">
                <a:latin typeface="Roboto Light" pitchFamily="2" charset="0"/>
                <a:ea typeface="Roboto Light" pitchFamily="2" charset="0"/>
              </a:defRPr>
            </a:lvl1pPr>
          </a:lstStyle>
          <a:p>
            <a:pPr>
              <a:defRPr/>
            </a:pPr>
            <a:r>
              <a:rPr lang="de-DE"/>
              <a:t>Debrief Design Sprint #1 | Alliander | 2021</a:t>
            </a:r>
            <a:endParaRPr lang="en-US"/>
          </a:p>
        </p:txBody>
      </p:sp>
    </p:spTree>
    <p:extLst>
      <p:ext uri="{BB962C8B-B14F-4D97-AF65-F5344CB8AC3E}">
        <p14:creationId xmlns:p14="http://schemas.microsoft.com/office/powerpoint/2010/main" val="2268017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Intro">
    <p:bg>
      <p:bgPr>
        <a:solidFill>
          <a:schemeClr val="bg1"/>
        </a:solidFill>
        <a:effectLst/>
      </p:bgPr>
    </p:b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22C8233F-3E7B-49DC-AC22-FB28BF26342E}"/>
              </a:ext>
            </a:extLst>
          </p:cNvPr>
          <p:cNvSpPr>
            <a:spLocks noGrp="1"/>
          </p:cNvSpPr>
          <p:nvPr userDrawn="1">
            <p:ph type="pic" sz="quarter" idx="35" hasCustomPrompt="1"/>
          </p:nvPr>
        </p:nvSpPr>
        <p:spPr>
          <a:xfrm>
            <a:off x="-1588" y="576263"/>
            <a:ext cx="11041063" cy="5148262"/>
          </a:xfrm>
          <a:solidFill>
            <a:schemeClr val="bg1">
              <a:lumMod val="95000"/>
            </a:schemeClr>
          </a:solidFill>
        </p:spPr>
        <p:txBody>
          <a:bodyPr vert="horz" lIns="0" tIns="2880000" rIns="0" bIns="0" rtlCol="0">
            <a:normAutofit/>
          </a:bodyPr>
          <a:lstStyle>
            <a:lvl1pPr marL="228600" indent="-228600" algn="ctr">
              <a:spcBef>
                <a:spcPts val="0"/>
              </a:spcBef>
              <a:spcAft>
                <a:spcPts val="0"/>
              </a:spcAft>
              <a:buFont typeface="+mj-lt"/>
              <a:buNone/>
              <a:defRPr lang="nl-NL" sz="1200" b="0" i="1">
                <a:solidFill>
                  <a:schemeClr val="tx1">
                    <a:lumMod val="65000"/>
                    <a:lumOff val="35000"/>
                  </a:schemeClr>
                </a:solidFill>
              </a:defRPr>
            </a:lvl1pPr>
          </a:lstStyle>
          <a:p>
            <a:pPr marL="228600" lvl="0" indent="-228600" algn="ctr"/>
            <a:r>
              <a:rPr lang="nl-NL" noProof="0"/>
              <a:t>Klik op het icoon om een </a:t>
            </a:r>
            <a:br>
              <a:rPr lang="nl-NL" noProof="0"/>
            </a:br>
            <a:r>
              <a:rPr lang="nl-NL" noProof="0"/>
              <a:t>afbeelding in te voegen</a:t>
            </a:r>
          </a:p>
        </p:txBody>
      </p:sp>
      <p:sp>
        <p:nvSpPr>
          <p:cNvPr id="3" name="Tijdelijke aanduiding voor tekst 2">
            <a:extLst>
              <a:ext uri="{FF2B5EF4-FFF2-40B4-BE49-F238E27FC236}">
                <a16:creationId xmlns:a16="http://schemas.microsoft.com/office/drawing/2014/main" id="{815D2346-2389-418D-A441-59E88FFEBE24}"/>
              </a:ext>
            </a:extLst>
          </p:cNvPr>
          <p:cNvSpPr>
            <a:spLocks noGrp="1"/>
          </p:cNvSpPr>
          <p:nvPr userDrawn="1">
            <p:ph type="body" sz="quarter" idx="31"/>
          </p:nvPr>
        </p:nvSpPr>
        <p:spPr>
          <a:xfrm>
            <a:off x="-972" y="0"/>
            <a:ext cx="12192971" cy="576000"/>
          </a:xfrm>
          <a:solidFill>
            <a:schemeClr val="bg1"/>
          </a:solidFill>
        </p:spPr>
        <p:txBody>
          <a:bodyPr/>
          <a:lstStyle>
            <a:lvl1pPr marL="0" indent="0">
              <a:buNone/>
              <a:defRPr sz="100">
                <a:solidFill>
                  <a:schemeClr val="bg1"/>
                </a:solidFill>
              </a:defRPr>
            </a:lvl1pPr>
          </a:lstStyle>
          <a:p>
            <a:pPr lvl="0"/>
            <a:endParaRPr lang="nl-NL" noProof="0"/>
          </a:p>
        </p:txBody>
      </p:sp>
      <p:sp>
        <p:nvSpPr>
          <p:cNvPr id="28" name="Tijdelijke aanduiding voor tekst 2">
            <a:extLst>
              <a:ext uri="{FF2B5EF4-FFF2-40B4-BE49-F238E27FC236}">
                <a16:creationId xmlns:a16="http://schemas.microsoft.com/office/drawing/2014/main" id="{7BDE5674-83BE-4E1D-873D-42FE9FEB8D5C}"/>
              </a:ext>
            </a:extLst>
          </p:cNvPr>
          <p:cNvSpPr>
            <a:spLocks noGrp="1"/>
          </p:cNvSpPr>
          <p:nvPr userDrawn="1">
            <p:ph type="body" sz="quarter" idx="32"/>
          </p:nvPr>
        </p:nvSpPr>
        <p:spPr>
          <a:xfrm>
            <a:off x="11040000" y="0"/>
            <a:ext cx="1152000" cy="6865200"/>
          </a:xfrm>
          <a:solidFill>
            <a:schemeClr val="bg1"/>
          </a:solidFill>
        </p:spPr>
        <p:txBody>
          <a:bodyPr/>
          <a:lstStyle>
            <a:lvl1pPr marL="0" indent="0">
              <a:buNone/>
              <a:defRPr sz="100">
                <a:solidFill>
                  <a:schemeClr val="bg1"/>
                </a:solidFill>
              </a:defRPr>
            </a:lvl1pPr>
          </a:lstStyle>
          <a:p>
            <a:pPr lvl="0"/>
            <a:endParaRPr lang="nl-NL" noProof="0"/>
          </a:p>
        </p:txBody>
      </p:sp>
      <p:sp>
        <p:nvSpPr>
          <p:cNvPr id="30" name="Tijdelijke aanduiding voor tekst 2">
            <a:extLst>
              <a:ext uri="{FF2B5EF4-FFF2-40B4-BE49-F238E27FC236}">
                <a16:creationId xmlns:a16="http://schemas.microsoft.com/office/drawing/2014/main" id="{ED88654C-2F09-42A2-8633-BAD63AF9F763}"/>
              </a:ext>
            </a:extLst>
          </p:cNvPr>
          <p:cNvSpPr>
            <a:spLocks noGrp="1"/>
          </p:cNvSpPr>
          <p:nvPr userDrawn="1">
            <p:ph type="body" sz="quarter" idx="33"/>
          </p:nvPr>
        </p:nvSpPr>
        <p:spPr>
          <a:xfrm rot="16200000">
            <a:off x="5520600" y="185400"/>
            <a:ext cx="1152000" cy="12193200"/>
          </a:xfrm>
          <a:solidFill>
            <a:schemeClr val="bg1"/>
          </a:solidFill>
        </p:spPr>
        <p:txBody>
          <a:bodyPr/>
          <a:lstStyle>
            <a:lvl1pPr marL="0" indent="0">
              <a:buNone/>
              <a:defRPr sz="100">
                <a:solidFill>
                  <a:schemeClr val="bg1"/>
                </a:solidFill>
              </a:defRPr>
            </a:lvl1pPr>
          </a:lstStyle>
          <a:p>
            <a:pPr lvl="0"/>
            <a:endParaRPr lang="nl-NL" noProof="0"/>
          </a:p>
        </p:txBody>
      </p:sp>
      <p:sp>
        <p:nvSpPr>
          <p:cNvPr id="17" name="Tijdelijke aanduiding voor tekst 15">
            <a:extLst>
              <a:ext uri="{FF2B5EF4-FFF2-40B4-BE49-F238E27FC236}">
                <a16:creationId xmlns:a16="http://schemas.microsoft.com/office/drawing/2014/main" id="{7D35ADBF-F5AF-4BEF-A048-07416BC1D671}"/>
              </a:ext>
            </a:extLst>
          </p:cNvPr>
          <p:cNvSpPr>
            <a:spLocks noGrp="1"/>
          </p:cNvSpPr>
          <p:nvPr userDrawn="1">
            <p:ph type="body" sz="quarter" idx="43" hasCustomPrompt="1"/>
          </p:nvPr>
        </p:nvSpPr>
        <p:spPr>
          <a:xfrm>
            <a:off x="740124" y="1001561"/>
            <a:ext cx="4524067" cy="1943514"/>
          </a:xfrm>
          <a:custGeom>
            <a:avLst/>
            <a:gdLst>
              <a:gd name="connsiteX0" fmla="*/ 71054 w 4524067"/>
              <a:gd name="connsiteY0" fmla="*/ 0 h 1943514"/>
              <a:gd name="connsiteX1" fmla="*/ 4453013 w 4524067"/>
              <a:gd name="connsiteY1" fmla="*/ 0 h 1943514"/>
              <a:gd name="connsiteX2" fmla="*/ 4524067 w 4524067"/>
              <a:gd name="connsiteY2" fmla="*/ 71054 h 1943514"/>
              <a:gd name="connsiteX3" fmla="*/ 4524067 w 4524067"/>
              <a:gd name="connsiteY3" fmla="*/ 1604261 h 1943514"/>
              <a:gd name="connsiteX4" fmla="*/ 374342 w 4524067"/>
              <a:gd name="connsiteY4" fmla="*/ 1604261 h 1943514"/>
              <a:gd name="connsiteX5" fmla="*/ 374342 w 4524067"/>
              <a:gd name="connsiteY5" fmla="*/ 1604495 h 1943514"/>
              <a:gd name="connsiteX6" fmla="*/ 372031 w 4524067"/>
              <a:gd name="connsiteY6" fmla="*/ 1604262 h 1943514"/>
              <a:gd name="connsiteX7" fmla="*/ 7555 w 4524067"/>
              <a:gd name="connsiteY7" fmla="*/ 1901319 h 1943514"/>
              <a:gd name="connsiteX8" fmla="*/ 3301 w 4524067"/>
              <a:gd name="connsiteY8" fmla="*/ 1943514 h 1943514"/>
              <a:gd name="connsiteX9" fmla="*/ 0 w 4524067"/>
              <a:gd name="connsiteY9" fmla="*/ 1935545 h 1943514"/>
              <a:gd name="connsiteX10" fmla="*/ 0 w 4524067"/>
              <a:gd name="connsiteY10" fmla="*/ 71054 h 1943514"/>
              <a:gd name="connsiteX11" fmla="*/ 71054 w 4524067"/>
              <a:gd name="connsiteY11"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524067 w 4524067"/>
              <a:gd name="connsiteY4" fmla="*/ 160426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524067 w 4524067"/>
              <a:gd name="connsiteY4" fmla="*/ 1604261 h 1943514"/>
              <a:gd name="connsiteX5" fmla="*/ 4481998 w 4524067"/>
              <a:gd name="connsiteY5" fmla="*/ 1606550 h 1943514"/>
              <a:gd name="connsiteX6" fmla="*/ 374342 w 4524067"/>
              <a:gd name="connsiteY6" fmla="*/ 1604261 h 1943514"/>
              <a:gd name="connsiteX7" fmla="*/ 374342 w 4524067"/>
              <a:gd name="connsiteY7" fmla="*/ 1604495 h 1943514"/>
              <a:gd name="connsiteX8" fmla="*/ 372031 w 4524067"/>
              <a:gd name="connsiteY8" fmla="*/ 1604262 h 1943514"/>
              <a:gd name="connsiteX9" fmla="*/ 7555 w 4524067"/>
              <a:gd name="connsiteY9" fmla="*/ 1901319 h 1943514"/>
              <a:gd name="connsiteX10" fmla="*/ 3301 w 4524067"/>
              <a:gd name="connsiteY10" fmla="*/ 1943514 h 1943514"/>
              <a:gd name="connsiteX11" fmla="*/ 0 w 4524067"/>
              <a:gd name="connsiteY11" fmla="*/ 1935545 h 1943514"/>
              <a:gd name="connsiteX12" fmla="*/ 0 w 4524067"/>
              <a:gd name="connsiteY12" fmla="*/ 71054 h 1943514"/>
              <a:gd name="connsiteX13" fmla="*/ 71054 w 4524067"/>
              <a:gd name="connsiteY13" fmla="*/ 0 h 1943514"/>
              <a:gd name="connsiteX0" fmla="*/ 71054 w 4799095"/>
              <a:gd name="connsiteY0" fmla="*/ 0 h 1943514"/>
              <a:gd name="connsiteX1" fmla="*/ 4453013 w 4799095"/>
              <a:gd name="connsiteY1" fmla="*/ 0 h 1943514"/>
              <a:gd name="connsiteX2" fmla="*/ 4524067 w 4799095"/>
              <a:gd name="connsiteY2" fmla="*/ 71054 h 1943514"/>
              <a:gd name="connsiteX3" fmla="*/ 4522480 w 4799095"/>
              <a:gd name="connsiteY3" fmla="*/ 1547019 h 1943514"/>
              <a:gd name="connsiteX4" fmla="*/ 4524067 w 4799095"/>
              <a:gd name="connsiteY4" fmla="*/ 1604261 h 1943514"/>
              <a:gd name="connsiteX5" fmla="*/ 4481998 w 4799095"/>
              <a:gd name="connsiteY5" fmla="*/ 1606550 h 1943514"/>
              <a:gd name="connsiteX6" fmla="*/ 374342 w 4799095"/>
              <a:gd name="connsiteY6" fmla="*/ 1604261 h 1943514"/>
              <a:gd name="connsiteX7" fmla="*/ 374342 w 4799095"/>
              <a:gd name="connsiteY7" fmla="*/ 1604495 h 1943514"/>
              <a:gd name="connsiteX8" fmla="*/ 372031 w 4799095"/>
              <a:gd name="connsiteY8" fmla="*/ 1604262 h 1943514"/>
              <a:gd name="connsiteX9" fmla="*/ 7555 w 4799095"/>
              <a:gd name="connsiteY9" fmla="*/ 1901319 h 1943514"/>
              <a:gd name="connsiteX10" fmla="*/ 3301 w 4799095"/>
              <a:gd name="connsiteY10" fmla="*/ 1943514 h 1943514"/>
              <a:gd name="connsiteX11" fmla="*/ 0 w 4799095"/>
              <a:gd name="connsiteY11" fmla="*/ 1935545 h 1943514"/>
              <a:gd name="connsiteX12" fmla="*/ 0 w 4799095"/>
              <a:gd name="connsiteY12" fmla="*/ 71054 h 1943514"/>
              <a:gd name="connsiteX13" fmla="*/ 71054 w 4799095"/>
              <a:gd name="connsiteY13" fmla="*/ 0 h 1943514"/>
              <a:gd name="connsiteX0" fmla="*/ 71054 w 4798479"/>
              <a:gd name="connsiteY0" fmla="*/ 0 h 1943514"/>
              <a:gd name="connsiteX1" fmla="*/ 4453013 w 4798479"/>
              <a:gd name="connsiteY1" fmla="*/ 0 h 1943514"/>
              <a:gd name="connsiteX2" fmla="*/ 4524067 w 4798479"/>
              <a:gd name="connsiteY2" fmla="*/ 71054 h 1943514"/>
              <a:gd name="connsiteX3" fmla="*/ 4522480 w 4798479"/>
              <a:gd name="connsiteY3" fmla="*/ 1547019 h 1943514"/>
              <a:gd name="connsiteX4" fmla="*/ 4481998 w 4798479"/>
              <a:gd name="connsiteY4" fmla="*/ 1606550 h 1943514"/>
              <a:gd name="connsiteX5" fmla="*/ 374342 w 4798479"/>
              <a:gd name="connsiteY5" fmla="*/ 1604261 h 1943514"/>
              <a:gd name="connsiteX6" fmla="*/ 374342 w 4798479"/>
              <a:gd name="connsiteY6" fmla="*/ 1604495 h 1943514"/>
              <a:gd name="connsiteX7" fmla="*/ 372031 w 4798479"/>
              <a:gd name="connsiteY7" fmla="*/ 1604262 h 1943514"/>
              <a:gd name="connsiteX8" fmla="*/ 7555 w 4798479"/>
              <a:gd name="connsiteY8" fmla="*/ 1901319 h 1943514"/>
              <a:gd name="connsiteX9" fmla="*/ 3301 w 4798479"/>
              <a:gd name="connsiteY9" fmla="*/ 1943514 h 1943514"/>
              <a:gd name="connsiteX10" fmla="*/ 0 w 4798479"/>
              <a:gd name="connsiteY10" fmla="*/ 1935545 h 1943514"/>
              <a:gd name="connsiteX11" fmla="*/ 0 w 4798479"/>
              <a:gd name="connsiteY11" fmla="*/ 71054 h 1943514"/>
              <a:gd name="connsiteX12" fmla="*/ 71054 w 4798479"/>
              <a:gd name="connsiteY12" fmla="*/ 0 h 1943514"/>
              <a:gd name="connsiteX0" fmla="*/ 71054 w 4801282"/>
              <a:gd name="connsiteY0" fmla="*/ 0 h 1943514"/>
              <a:gd name="connsiteX1" fmla="*/ 4453013 w 4801282"/>
              <a:gd name="connsiteY1" fmla="*/ 0 h 1943514"/>
              <a:gd name="connsiteX2" fmla="*/ 4524067 w 4801282"/>
              <a:gd name="connsiteY2" fmla="*/ 71054 h 1943514"/>
              <a:gd name="connsiteX3" fmla="*/ 4522480 w 4801282"/>
              <a:gd name="connsiteY3" fmla="*/ 1547019 h 1943514"/>
              <a:gd name="connsiteX4" fmla="*/ 4481998 w 4801282"/>
              <a:gd name="connsiteY4" fmla="*/ 1606550 h 1943514"/>
              <a:gd name="connsiteX5" fmla="*/ 374342 w 4801282"/>
              <a:gd name="connsiteY5" fmla="*/ 1604261 h 1943514"/>
              <a:gd name="connsiteX6" fmla="*/ 374342 w 4801282"/>
              <a:gd name="connsiteY6" fmla="*/ 1604495 h 1943514"/>
              <a:gd name="connsiteX7" fmla="*/ 372031 w 4801282"/>
              <a:gd name="connsiteY7" fmla="*/ 1604262 h 1943514"/>
              <a:gd name="connsiteX8" fmla="*/ 7555 w 4801282"/>
              <a:gd name="connsiteY8" fmla="*/ 1901319 h 1943514"/>
              <a:gd name="connsiteX9" fmla="*/ 3301 w 4801282"/>
              <a:gd name="connsiteY9" fmla="*/ 1943514 h 1943514"/>
              <a:gd name="connsiteX10" fmla="*/ 0 w 4801282"/>
              <a:gd name="connsiteY10" fmla="*/ 1935545 h 1943514"/>
              <a:gd name="connsiteX11" fmla="*/ 0 w 4801282"/>
              <a:gd name="connsiteY11" fmla="*/ 71054 h 1943514"/>
              <a:gd name="connsiteX12" fmla="*/ 71054 w 4801282"/>
              <a:gd name="connsiteY12" fmla="*/ 0 h 1943514"/>
              <a:gd name="connsiteX0" fmla="*/ 71054 w 4527104"/>
              <a:gd name="connsiteY0" fmla="*/ 0 h 1943514"/>
              <a:gd name="connsiteX1" fmla="*/ 4453013 w 4527104"/>
              <a:gd name="connsiteY1" fmla="*/ 0 h 1943514"/>
              <a:gd name="connsiteX2" fmla="*/ 4524067 w 4527104"/>
              <a:gd name="connsiteY2" fmla="*/ 71054 h 1943514"/>
              <a:gd name="connsiteX3" fmla="*/ 4522480 w 4527104"/>
              <a:gd name="connsiteY3" fmla="*/ 1547019 h 1943514"/>
              <a:gd name="connsiteX4" fmla="*/ 4481998 w 4527104"/>
              <a:gd name="connsiteY4" fmla="*/ 1606550 h 1943514"/>
              <a:gd name="connsiteX5" fmla="*/ 374342 w 4527104"/>
              <a:gd name="connsiteY5" fmla="*/ 1604261 h 1943514"/>
              <a:gd name="connsiteX6" fmla="*/ 374342 w 4527104"/>
              <a:gd name="connsiteY6" fmla="*/ 1604495 h 1943514"/>
              <a:gd name="connsiteX7" fmla="*/ 372031 w 4527104"/>
              <a:gd name="connsiteY7" fmla="*/ 1604262 h 1943514"/>
              <a:gd name="connsiteX8" fmla="*/ 7555 w 4527104"/>
              <a:gd name="connsiteY8" fmla="*/ 1901319 h 1943514"/>
              <a:gd name="connsiteX9" fmla="*/ 3301 w 4527104"/>
              <a:gd name="connsiteY9" fmla="*/ 1943514 h 1943514"/>
              <a:gd name="connsiteX10" fmla="*/ 0 w 4527104"/>
              <a:gd name="connsiteY10" fmla="*/ 1935545 h 1943514"/>
              <a:gd name="connsiteX11" fmla="*/ 0 w 4527104"/>
              <a:gd name="connsiteY11" fmla="*/ 71054 h 1943514"/>
              <a:gd name="connsiteX12" fmla="*/ 71054 w 4527104"/>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81998 w 4524067"/>
              <a:gd name="connsiteY4" fmla="*/ 1606550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47019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 name="connsiteX0" fmla="*/ 71054 w 4524067"/>
              <a:gd name="connsiteY0" fmla="*/ 0 h 1943514"/>
              <a:gd name="connsiteX1" fmla="*/ 4453013 w 4524067"/>
              <a:gd name="connsiteY1" fmla="*/ 0 h 1943514"/>
              <a:gd name="connsiteX2" fmla="*/ 4524067 w 4524067"/>
              <a:gd name="connsiteY2" fmla="*/ 71054 h 1943514"/>
              <a:gd name="connsiteX3" fmla="*/ 4522480 w 4524067"/>
              <a:gd name="connsiteY3" fmla="*/ 1516062 h 1943514"/>
              <a:gd name="connsiteX4" fmla="*/ 4458185 w 4524067"/>
              <a:gd name="connsiteY4" fmla="*/ 1608931 h 1943514"/>
              <a:gd name="connsiteX5" fmla="*/ 374342 w 4524067"/>
              <a:gd name="connsiteY5" fmla="*/ 1604261 h 1943514"/>
              <a:gd name="connsiteX6" fmla="*/ 374342 w 4524067"/>
              <a:gd name="connsiteY6" fmla="*/ 1604495 h 1943514"/>
              <a:gd name="connsiteX7" fmla="*/ 372031 w 4524067"/>
              <a:gd name="connsiteY7" fmla="*/ 1604262 h 1943514"/>
              <a:gd name="connsiteX8" fmla="*/ 7555 w 4524067"/>
              <a:gd name="connsiteY8" fmla="*/ 1901319 h 1943514"/>
              <a:gd name="connsiteX9" fmla="*/ 3301 w 4524067"/>
              <a:gd name="connsiteY9" fmla="*/ 1943514 h 1943514"/>
              <a:gd name="connsiteX10" fmla="*/ 0 w 4524067"/>
              <a:gd name="connsiteY10" fmla="*/ 1935545 h 1943514"/>
              <a:gd name="connsiteX11" fmla="*/ 0 w 4524067"/>
              <a:gd name="connsiteY11" fmla="*/ 71054 h 1943514"/>
              <a:gd name="connsiteX12" fmla="*/ 71054 w 4524067"/>
              <a:gd name="connsiteY12" fmla="*/ 0 h 1943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4067" h="1943514">
                <a:moveTo>
                  <a:pt x="71054" y="0"/>
                </a:moveTo>
                <a:lnTo>
                  <a:pt x="4453013" y="0"/>
                </a:lnTo>
                <a:cubicBezTo>
                  <a:pt x="4492255" y="0"/>
                  <a:pt x="4524067" y="31812"/>
                  <a:pt x="4524067" y="71054"/>
                </a:cubicBezTo>
                <a:cubicBezTo>
                  <a:pt x="4523538" y="552723"/>
                  <a:pt x="4522346" y="1479221"/>
                  <a:pt x="4522480" y="1516062"/>
                </a:cubicBezTo>
                <a:cubicBezTo>
                  <a:pt x="4522614" y="1552903"/>
                  <a:pt x="4525654" y="1606535"/>
                  <a:pt x="4458185" y="1608931"/>
                </a:cubicBezTo>
                <a:cubicBezTo>
                  <a:pt x="4390716" y="1611327"/>
                  <a:pt x="1735623" y="1605818"/>
                  <a:pt x="374342" y="1604261"/>
                </a:cubicBezTo>
                <a:lnTo>
                  <a:pt x="374342" y="1604495"/>
                </a:lnTo>
                <a:lnTo>
                  <a:pt x="372031" y="1604262"/>
                </a:lnTo>
                <a:cubicBezTo>
                  <a:pt x="192246" y="1604262"/>
                  <a:pt x="42246" y="1731789"/>
                  <a:pt x="7555" y="1901319"/>
                </a:cubicBezTo>
                <a:lnTo>
                  <a:pt x="3301" y="1943514"/>
                </a:lnTo>
                <a:lnTo>
                  <a:pt x="0" y="1935545"/>
                </a:lnTo>
                <a:lnTo>
                  <a:pt x="0" y="71054"/>
                </a:lnTo>
                <a:cubicBezTo>
                  <a:pt x="0" y="31812"/>
                  <a:pt x="31812" y="0"/>
                  <a:pt x="71054" y="0"/>
                </a:cubicBezTo>
                <a:close/>
              </a:path>
            </a:pathLst>
          </a:custGeom>
          <a:solidFill>
            <a:schemeClr val="bg2">
              <a:alpha val="85000"/>
            </a:schemeClr>
          </a:solidFill>
        </p:spPr>
        <p:txBody>
          <a:bodyPr wrap="square" lIns="360000" tIns="144000" rIns="360000" bIns="180000">
            <a:noAutofit/>
          </a:bodyPr>
          <a:lstStyle>
            <a:lvl1pPr marL="0" indent="0">
              <a:lnSpc>
                <a:spcPct val="110000"/>
              </a:lnSpc>
              <a:spcBef>
                <a:spcPts val="0"/>
              </a:spcBef>
              <a:spcAft>
                <a:spcPts val="0"/>
              </a:spcAft>
              <a:buFontTx/>
              <a:buNone/>
              <a:defRPr sz="4000" b="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lnSpc>
                <a:spcPct val="100000"/>
              </a:lnSpc>
              <a:defRPr sz="2400" b="0">
                <a:solidFill>
                  <a:schemeClr val="bg1"/>
                </a:solidFill>
              </a:defRPr>
            </a:lvl5pPr>
            <a:lvl9pPr>
              <a:defRPr sz="3600">
                <a:solidFill>
                  <a:schemeClr val="bg1"/>
                </a:solidFill>
              </a:defRPr>
            </a:lvl9pPr>
          </a:lstStyle>
          <a:p>
            <a:pPr lvl="0"/>
            <a:r>
              <a:rPr lang="nl-NL" noProof="0"/>
              <a:t>Klik om tekst in te voegen</a:t>
            </a:r>
          </a:p>
        </p:txBody>
      </p:sp>
      <p:sp>
        <p:nvSpPr>
          <p:cNvPr id="4" name="Tijdelijke aanduiding voor tekst 3">
            <a:extLst>
              <a:ext uri="{FF2B5EF4-FFF2-40B4-BE49-F238E27FC236}">
                <a16:creationId xmlns:a16="http://schemas.microsoft.com/office/drawing/2014/main" id="{B5843EA3-8D9E-4442-9E97-1352961F62DC}"/>
              </a:ext>
            </a:extLst>
          </p:cNvPr>
          <p:cNvSpPr>
            <a:spLocks noGrp="1"/>
          </p:cNvSpPr>
          <p:nvPr userDrawn="1">
            <p:ph type="body" sz="quarter" idx="44" hasCustomPrompt="1"/>
          </p:nvPr>
        </p:nvSpPr>
        <p:spPr>
          <a:xfrm>
            <a:off x="1112838" y="6047906"/>
            <a:ext cx="4151353" cy="205228"/>
          </a:xfrm>
        </p:spPr>
        <p:txBody>
          <a:bodyPr/>
          <a:lstStyle>
            <a:lvl1pPr marL="0" indent="0">
              <a:buFontTx/>
              <a:buNone/>
              <a:defRPr sz="1200" b="0">
                <a:solidFill>
                  <a:schemeClr val="tx2"/>
                </a:solidFill>
              </a:defRPr>
            </a:lvl1pPr>
          </a:lstStyle>
          <a:p>
            <a:r>
              <a:rPr lang="nl-NL"/>
              <a:t>Naam   l   Afdeling   l   Datum</a:t>
            </a:r>
          </a:p>
          <a:p>
            <a:endParaRPr lang="nl-NL"/>
          </a:p>
        </p:txBody>
      </p:sp>
      <p:sp>
        <p:nvSpPr>
          <p:cNvPr id="93" name="Tijdelijke aanduiding voor tekst 3">
            <a:extLst>
              <a:ext uri="{FF2B5EF4-FFF2-40B4-BE49-F238E27FC236}">
                <a16:creationId xmlns:a16="http://schemas.microsoft.com/office/drawing/2014/main" id="{ABD8BE62-C6E3-4AF1-BB04-29678FB69637}"/>
              </a:ext>
            </a:extLst>
          </p:cNvPr>
          <p:cNvSpPr>
            <a:spLocks noGrp="1"/>
          </p:cNvSpPr>
          <p:nvPr>
            <p:ph type="body" sz="quarter" idx="45"/>
          </p:nvPr>
        </p:nvSpPr>
        <p:spPr>
          <a:xfrm>
            <a:off x="9709890" y="5452473"/>
            <a:ext cx="1891560" cy="800661"/>
          </a:xfrm>
          <a:blipFill>
            <a:blip r:embed="rId2" cstate="screen">
              <a:extLst>
                <a:ext uri="{28A0092B-C50C-407E-A947-70E740481C1C}">
                  <a14:useLocalDpi xmlns:a14="http://schemas.microsoft.com/office/drawing/2010/main"/>
                </a:ext>
              </a:extLst>
            </a:blip>
            <a:srcRect/>
            <a:stretch>
              <a:fillRect/>
            </a:stretch>
          </a:blipFill>
        </p:spPr>
        <p:txBody>
          <a:bodyPr/>
          <a:lstStyle>
            <a:lvl1pPr marL="0" indent="0">
              <a:buNone/>
              <a:defRPr sz="100"/>
            </a:lvl1pPr>
          </a:lstStyle>
          <a:p>
            <a:pPr lvl="0"/>
            <a:endParaRPr lang="nl-NL"/>
          </a:p>
        </p:txBody>
      </p:sp>
    </p:spTree>
    <p:extLst>
      <p:ext uri="{BB962C8B-B14F-4D97-AF65-F5344CB8AC3E}">
        <p14:creationId xmlns:p14="http://schemas.microsoft.com/office/powerpoint/2010/main" val="3672643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ekst 100% Kolommen">
    <p:bg>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1C9A417D-54A5-4A71-8B81-7526013FD947}"/>
              </a:ext>
            </a:extLst>
          </p:cNvPr>
          <p:cNvSpPr>
            <a:spLocks noGrp="1"/>
          </p:cNvSpPr>
          <p:nvPr>
            <p:ph type="title" hasCustomPrompt="1"/>
          </p:nvPr>
        </p:nvSpPr>
        <p:spPr>
          <a:xfrm>
            <a:off x="496713" y="400051"/>
            <a:ext cx="9202625" cy="328612"/>
          </a:xfrm>
        </p:spPr>
        <p:txBody>
          <a:bodyPr/>
          <a:lstStyle>
            <a:lvl1pPr>
              <a:defRPr sz="2000">
                <a:solidFill>
                  <a:schemeClr val="tx2"/>
                </a:solidFill>
              </a:defRPr>
            </a:lvl1pPr>
          </a:lstStyle>
          <a:p>
            <a:r>
              <a:rPr lang="nl-NL" noProof="0"/>
              <a:t>Koptitel</a:t>
            </a:r>
          </a:p>
        </p:txBody>
      </p:sp>
      <p:sp>
        <p:nvSpPr>
          <p:cNvPr id="29" name="Tijdelijke aanduiding voor tekst 14">
            <a:extLst>
              <a:ext uri="{FF2B5EF4-FFF2-40B4-BE49-F238E27FC236}">
                <a16:creationId xmlns:a16="http://schemas.microsoft.com/office/drawing/2014/main" id="{DB97E484-7855-4B8D-9492-641CD9CF3448}"/>
              </a:ext>
            </a:extLst>
          </p:cNvPr>
          <p:cNvSpPr>
            <a:spLocks noGrp="1"/>
          </p:cNvSpPr>
          <p:nvPr>
            <p:ph type="body" sz="quarter" idx="14" hasCustomPrompt="1"/>
          </p:nvPr>
        </p:nvSpPr>
        <p:spPr>
          <a:xfrm>
            <a:off x="496713" y="785901"/>
            <a:ext cx="9202625" cy="270790"/>
          </a:xfrm>
        </p:spPr>
        <p:txBody>
          <a:bodyPr>
            <a:noAutofit/>
          </a:bodyPr>
          <a:lstStyle>
            <a:lvl1pPr marL="0" indent="0">
              <a:buNone/>
              <a:defRPr sz="1600" b="0">
                <a:solidFill>
                  <a:schemeClr val="bg2"/>
                </a:solidFill>
                <a:latin typeface="+mj-lt"/>
              </a:defRPr>
            </a:lvl1pPr>
          </a:lstStyle>
          <a:p>
            <a:pPr lvl="0"/>
            <a:r>
              <a:rPr lang="nl-NL" noProof="0"/>
              <a:t>Ondertitel</a:t>
            </a:r>
          </a:p>
        </p:txBody>
      </p:sp>
      <p:sp>
        <p:nvSpPr>
          <p:cNvPr id="32" name="Tijdelijke aanduiding voor datum 3">
            <a:extLst>
              <a:ext uri="{FF2B5EF4-FFF2-40B4-BE49-F238E27FC236}">
                <a16:creationId xmlns:a16="http://schemas.microsoft.com/office/drawing/2014/main" id="{6354BF0C-BC33-44FF-BF92-624A7D6DA150}"/>
              </a:ext>
            </a:extLst>
          </p:cNvPr>
          <p:cNvSpPr>
            <a:spLocks noGrp="1"/>
          </p:cNvSpPr>
          <p:nvPr>
            <p:ph type="dt" sz="half" idx="10"/>
          </p:nvPr>
        </p:nvSpPr>
        <p:spPr>
          <a:xfrm>
            <a:off x="8940509" y="6192542"/>
            <a:ext cx="2743200" cy="226714"/>
          </a:xfrm>
        </p:spPr>
        <p:txBody>
          <a:bodyPr/>
          <a:lstStyle/>
          <a:p>
            <a:fld id="{1EB8EFDF-A3EC-46A8-9B15-FE22A84EA0AA}" type="datetime1">
              <a:rPr lang="nl-NL" noProof="0" smtClean="0"/>
              <a:t>18-3-2025</a:t>
            </a:fld>
            <a:endParaRPr lang="nl-NL" noProof="0"/>
          </a:p>
        </p:txBody>
      </p:sp>
      <p:sp>
        <p:nvSpPr>
          <p:cNvPr id="33" name="Tijdelijke aanduiding voor voettekst 4">
            <a:extLst>
              <a:ext uri="{FF2B5EF4-FFF2-40B4-BE49-F238E27FC236}">
                <a16:creationId xmlns:a16="http://schemas.microsoft.com/office/drawing/2014/main" id="{20812B2F-B80B-4623-8A5A-F50D2B9A2D46}"/>
              </a:ext>
            </a:extLst>
          </p:cNvPr>
          <p:cNvSpPr>
            <a:spLocks noGrp="1"/>
          </p:cNvSpPr>
          <p:nvPr>
            <p:ph type="ftr" sz="quarter" idx="11"/>
          </p:nvPr>
        </p:nvSpPr>
        <p:spPr>
          <a:xfrm>
            <a:off x="823408" y="6194304"/>
            <a:ext cx="5139260" cy="226714"/>
          </a:xfrm>
        </p:spPr>
        <p:txBody>
          <a:bodyPr/>
          <a:lstStyle>
            <a:lvl1pPr>
              <a:defRPr/>
            </a:lvl1pPr>
          </a:lstStyle>
          <a:p>
            <a:r>
              <a:rPr lang="nl-NL" noProof="0"/>
              <a:t>Plaats hier uw voettekst</a:t>
            </a:r>
          </a:p>
        </p:txBody>
      </p:sp>
      <p:sp>
        <p:nvSpPr>
          <p:cNvPr id="34" name="Tijdelijke aanduiding voor dianummer 5">
            <a:extLst>
              <a:ext uri="{FF2B5EF4-FFF2-40B4-BE49-F238E27FC236}">
                <a16:creationId xmlns:a16="http://schemas.microsoft.com/office/drawing/2014/main" id="{DF970716-837B-4314-A35A-D69EAD1B74DB}"/>
              </a:ext>
            </a:extLst>
          </p:cNvPr>
          <p:cNvSpPr>
            <a:spLocks noGrp="1"/>
          </p:cNvSpPr>
          <p:nvPr>
            <p:ph type="sldNum" sz="quarter" idx="12"/>
          </p:nvPr>
        </p:nvSpPr>
        <p:spPr>
          <a:xfrm>
            <a:off x="480242" y="6190780"/>
            <a:ext cx="256358" cy="230238"/>
          </a:xfrm>
        </p:spPr>
        <p:txBody>
          <a:bodyPr/>
          <a:lstStyle/>
          <a:p>
            <a:fld id="{55B2A88A-B7BD-41B1-9FCB-9BE633251ACA}" type="slidenum">
              <a:rPr lang="nl-NL" noProof="0" smtClean="0"/>
              <a:t>‹#›</a:t>
            </a:fld>
            <a:endParaRPr lang="nl-NL" noProof="0"/>
          </a:p>
        </p:txBody>
      </p:sp>
      <p:sp>
        <p:nvSpPr>
          <p:cNvPr id="90" name="Tijdelijke aanduiding voor verticale tekst 2">
            <a:extLst>
              <a:ext uri="{FF2B5EF4-FFF2-40B4-BE49-F238E27FC236}">
                <a16:creationId xmlns:a16="http://schemas.microsoft.com/office/drawing/2014/main" id="{BDC964F3-713E-4B53-BB28-52B5ACE9F960}"/>
              </a:ext>
            </a:extLst>
          </p:cNvPr>
          <p:cNvSpPr>
            <a:spLocks noGrp="1"/>
          </p:cNvSpPr>
          <p:nvPr>
            <p:ph type="body" orient="vert" idx="1" hasCustomPrompt="1"/>
          </p:nvPr>
        </p:nvSpPr>
        <p:spPr>
          <a:xfrm>
            <a:off x="496712" y="1467109"/>
            <a:ext cx="11198569" cy="4314379"/>
          </a:xfrm>
        </p:spPr>
        <p:txBody>
          <a:bodyPr vert="horz" numCol="2" spcCol="576000"/>
          <a:lstStyle>
            <a:lvl1pPr>
              <a:defRPr sz="1600"/>
            </a:lvl1pPr>
            <a:lvl2pPr>
              <a:defRPr sz="1400"/>
            </a:lvl2pPr>
            <a:lvl3pPr>
              <a:defRPr sz="1400"/>
            </a:lvl3pPr>
            <a:lvl4pPr>
              <a:defRPr sz="1400"/>
            </a:lvl4pPr>
            <a:lvl5pPr>
              <a:defRPr sz="1400"/>
            </a:lvl5pPr>
            <a:lvl6pPr marL="361950" indent="-180975">
              <a:buFont typeface="Arial" panose="020B0604020202020204" pitchFamily="34" charset="0"/>
              <a:buChar char="•"/>
              <a:defRPr sz="1200" baseline="0">
                <a:latin typeface="+mj-lt"/>
              </a:defRPr>
            </a:lvl6pPr>
            <a:lvl7pPr>
              <a:defRPr sz="1400"/>
            </a:lvl7pPr>
            <a:lvl8pPr>
              <a:defRPr sz="1200"/>
            </a:lvl8pPr>
            <a:lvl9pPr>
              <a:defRPr sz="2400"/>
            </a:lvl9pPr>
          </a:lstStyle>
          <a:p>
            <a:pPr lvl="0"/>
            <a:r>
              <a:rPr lang="nl-NL" noProof="0"/>
              <a:t>Header</a:t>
            </a:r>
          </a:p>
          <a:p>
            <a:pPr lvl="1"/>
            <a:r>
              <a:rPr lang="nl-NL" noProof="0"/>
              <a:t>Platte tekst</a:t>
            </a:r>
          </a:p>
          <a:p>
            <a:pPr lvl="2"/>
            <a:r>
              <a:rPr lang="nl-NL" noProof="0"/>
              <a:t>Sub-</a:t>
            </a:r>
            <a:r>
              <a:rPr lang="nl-NL" noProof="0" err="1"/>
              <a:t>bullet</a:t>
            </a:r>
            <a:r>
              <a:rPr lang="nl-NL" noProof="0"/>
              <a:t> #1</a:t>
            </a:r>
          </a:p>
          <a:p>
            <a:pPr lvl="3"/>
            <a:r>
              <a:rPr lang="nl-NL" noProof="0"/>
              <a:t>Sub-</a:t>
            </a:r>
            <a:r>
              <a:rPr lang="nl-NL" noProof="0" err="1"/>
              <a:t>bullet</a:t>
            </a:r>
            <a:r>
              <a:rPr lang="nl-NL" noProof="0"/>
              <a:t> #2</a:t>
            </a:r>
          </a:p>
          <a:p>
            <a:pPr lvl="4"/>
            <a:r>
              <a:rPr lang="nl-NL" noProof="0"/>
              <a:t>Nummer-</a:t>
            </a:r>
            <a:r>
              <a:rPr lang="nl-NL" noProof="0" err="1"/>
              <a:t>bullet</a:t>
            </a:r>
            <a:endParaRPr lang="nl-NL" noProof="0"/>
          </a:p>
          <a:p>
            <a:pPr lvl="5"/>
            <a:r>
              <a:rPr lang="nl-NL" noProof="0"/>
              <a:t>Sub-</a:t>
            </a:r>
            <a:r>
              <a:rPr lang="nl-NL" noProof="0" err="1"/>
              <a:t>bullet</a:t>
            </a:r>
            <a:r>
              <a:rPr lang="nl-NL" noProof="0"/>
              <a:t> #3</a:t>
            </a:r>
          </a:p>
          <a:p>
            <a:pPr lvl="6"/>
            <a:r>
              <a:rPr lang="nl-NL" noProof="0"/>
              <a:t>Platte tekst2</a:t>
            </a:r>
          </a:p>
          <a:p>
            <a:pPr lvl="7"/>
            <a:r>
              <a:rPr lang="nl-NL" noProof="0"/>
              <a:t>Sub-</a:t>
            </a:r>
            <a:r>
              <a:rPr lang="nl-NL" noProof="0" err="1"/>
              <a:t>bullet</a:t>
            </a:r>
            <a:r>
              <a:rPr lang="nl-NL" noProof="0"/>
              <a:t> #4</a:t>
            </a:r>
          </a:p>
          <a:p>
            <a:pPr lvl="8"/>
            <a:r>
              <a:rPr lang="nl-NL" noProof="0"/>
              <a:t>Header2</a:t>
            </a:r>
          </a:p>
        </p:txBody>
      </p:sp>
      <p:pic>
        <p:nvPicPr>
          <p:cNvPr id="91" name="Afbeelding 90">
            <a:extLst>
              <a:ext uri="{FF2B5EF4-FFF2-40B4-BE49-F238E27FC236}">
                <a16:creationId xmlns:a16="http://schemas.microsoft.com/office/drawing/2014/main" id="{2BBB23CB-7F4B-419B-AEE2-1E578FE5BAB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463076" y="188404"/>
            <a:ext cx="2636850" cy="969848"/>
          </a:xfrm>
          <a:prstGeom prst="rect">
            <a:avLst/>
          </a:prstGeom>
        </p:spPr>
      </p:pic>
    </p:spTree>
    <p:extLst>
      <p:ext uri="{BB962C8B-B14F-4D97-AF65-F5344CB8AC3E}">
        <p14:creationId xmlns:p14="http://schemas.microsoft.com/office/powerpoint/2010/main" val="4121383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Kernpunten + Iconen 6">
    <p:bg>
      <p:bgPr>
        <a:solidFill>
          <a:schemeClr val="bg1"/>
        </a:solidFill>
        <a:effectLst/>
      </p:bgPr>
    </p:bg>
    <p:spTree>
      <p:nvGrpSpPr>
        <p:cNvPr id="1" name=""/>
        <p:cNvGrpSpPr/>
        <p:nvPr/>
      </p:nvGrpSpPr>
      <p:grpSpPr>
        <a:xfrm>
          <a:off x="0" y="0"/>
          <a:ext cx="0" cy="0"/>
          <a:chOff x="0" y="0"/>
          <a:chExt cx="0" cy="0"/>
        </a:xfrm>
      </p:grpSpPr>
      <p:sp>
        <p:nvSpPr>
          <p:cNvPr id="55" name="Tijdelijke aanduiding voor tekst 3">
            <a:extLst>
              <a:ext uri="{FF2B5EF4-FFF2-40B4-BE49-F238E27FC236}">
                <a16:creationId xmlns:a16="http://schemas.microsoft.com/office/drawing/2014/main" id="{60C96555-1A50-4EF0-87CB-9ACB58C9E0FA}"/>
              </a:ext>
            </a:extLst>
          </p:cNvPr>
          <p:cNvSpPr>
            <a:spLocks noGrp="1"/>
          </p:cNvSpPr>
          <p:nvPr>
            <p:ph type="body" sz="quarter" idx="39" hasCustomPrompt="1"/>
          </p:nvPr>
        </p:nvSpPr>
        <p:spPr>
          <a:xfrm>
            <a:off x="8326371" y="4217638"/>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a:spcAft>
                <a:spcPts val="0"/>
              </a:spcAft>
              <a:defRPr sz="1400" b="1">
                <a:solidFill>
                  <a:schemeClr val="bg1"/>
                </a:solidFill>
              </a:defRPr>
            </a:lvl1pPr>
            <a:lvl2pPr marL="0" indent="0">
              <a:buNone/>
              <a:defRPr sz="1200">
                <a:solidFill>
                  <a:schemeClr val="bg1"/>
                </a:solidFill>
              </a:defRPr>
            </a:lvl2pPr>
            <a:lvl3pPr marL="0" indent="0">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54" name="Tijdelijke aanduiding voor tekst 3">
            <a:extLst>
              <a:ext uri="{FF2B5EF4-FFF2-40B4-BE49-F238E27FC236}">
                <a16:creationId xmlns:a16="http://schemas.microsoft.com/office/drawing/2014/main" id="{B8B199D0-5FCA-4521-BEA6-F6144A031514}"/>
              </a:ext>
            </a:extLst>
          </p:cNvPr>
          <p:cNvSpPr>
            <a:spLocks noGrp="1"/>
          </p:cNvSpPr>
          <p:nvPr>
            <p:ph type="body" sz="quarter" idx="38" hasCustomPrompt="1"/>
          </p:nvPr>
        </p:nvSpPr>
        <p:spPr>
          <a:xfrm>
            <a:off x="4413646" y="4217638"/>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marL="0" indent="0">
              <a:spcAft>
                <a:spcPts val="0"/>
              </a:spcAft>
              <a:buNone/>
              <a:defRPr sz="1400" b="1">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53" name="Tijdelijke aanduiding voor tekst 3">
            <a:extLst>
              <a:ext uri="{FF2B5EF4-FFF2-40B4-BE49-F238E27FC236}">
                <a16:creationId xmlns:a16="http://schemas.microsoft.com/office/drawing/2014/main" id="{BC18145F-6353-4193-8C5D-F21499B241CA}"/>
              </a:ext>
            </a:extLst>
          </p:cNvPr>
          <p:cNvSpPr>
            <a:spLocks noGrp="1"/>
          </p:cNvSpPr>
          <p:nvPr>
            <p:ph type="body" sz="quarter" idx="37" hasCustomPrompt="1"/>
          </p:nvPr>
        </p:nvSpPr>
        <p:spPr>
          <a:xfrm>
            <a:off x="500921" y="4217638"/>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marL="0" indent="0">
              <a:spcAft>
                <a:spcPts val="0"/>
              </a:spcAft>
              <a:buNone/>
              <a:defRPr sz="1400" b="1">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52" name="Tijdelijke aanduiding voor tekst 3">
            <a:extLst>
              <a:ext uri="{FF2B5EF4-FFF2-40B4-BE49-F238E27FC236}">
                <a16:creationId xmlns:a16="http://schemas.microsoft.com/office/drawing/2014/main" id="{74701542-138A-4340-8C2F-BB14933495AE}"/>
              </a:ext>
            </a:extLst>
          </p:cNvPr>
          <p:cNvSpPr>
            <a:spLocks noGrp="1"/>
          </p:cNvSpPr>
          <p:nvPr>
            <p:ph type="body" sz="quarter" idx="36" hasCustomPrompt="1"/>
          </p:nvPr>
        </p:nvSpPr>
        <p:spPr>
          <a:xfrm>
            <a:off x="8326371" y="1805507"/>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marL="0" indent="0">
              <a:spcAft>
                <a:spcPts val="0"/>
              </a:spcAft>
              <a:buNone/>
              <a:defRPr sz="1400" b="1">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37" name="Tijdelijke aanduiding voor tekst 3">
            <a:extLst>
              <a:ext uri="{FF2B5EF4-FFF2-40B4-BE49-F238E27FC236}">
                <a16:creationId xmlns:a16="http://schemas.microsoft.com/office/drawing/2014/main" id="{392E85A5-D697-48B7-A85B-E3E96885C72B}"/>
              </a:ext>
            </a:extLst>
          </p:cNvPr>
          <p:cNvSpPr>
            <a:spLocks noGrp="1"/>
          </p:cNvSpPr>
          <p:nvPr>
            <p:ph type="body" sz="quarter" idx="35" hasCustomPrompt="1"/>
          </p:nvPr>
        </p:nvSpPr>
        <p:spPr>
          <a:xfrm>
            <a:off x="4413646" y="1805507"/>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marL="0" indent="0">
              <a:spcAft>
                <a:spcPts val="0"/>
              </a:spcAft>
              <a:buNone/>
              <a:defRPr sz="1400" b="1">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22" name="Titel 1">
            <a:extLst>
              <a:ext uri="{FF2B5EF4-FFF2-40B4-BE49-F238E27FC236}">
                <a16:creationId xmlns:a16="http://schemas.microsoft.com/office/drawing/2014/main" id="{08A88B9B-88D8-4FD4-A114-66EA11425C4B}"/>
              </a:ext>
            </a:extLst>
          </p:cNvPr>
          <p:cNvSpPr>
            <a:spLocks noGrp="1"/>
          </p:cNvSpPr>
          <p:nvPr>
            <p:ph type="title" hasCustomPrompt="1"/>
          </p:nvPr>
        </p:nvSpPr>
        <p:spPr>
          <a:xfrm>
            <a:off x="496713" y="400051"/>
            <a:ext cx="9202625" cy="328612"/>
          </a:xfrm>
        </p:spPr>
        <p:txBody>
          <a:bodyPr/>
          <a:lstStyle>
            <a:lvl1pPr>
              <a:defRPr>
                <a:solidFill>
                  <a:schemeClr val="tx2"/>
                </a:solidFill>
              </a:defRPr>
            </a:lvl1pPr>
          </a:lstStyle>
          <a:p>
            <a:r>
              <a:rPr lang="en-US" noProof="0" err="1"/>
              <a:t>Koptitel</a:t>
            </a:r>
            <a:endParaRPr lang="en-US" noProof="0"/>
          </a:p>
        </p:txBody>
      </p:sp>
      <p:sp>
        <p:nvSpPr>
          <p:cNvPr id="29" name="Tijdelijke aanduiding voor tekst 14">
            <a:extLst>
              <a:ext uri="{FF2B5EF4-FFF2-40B4-BE49-F238E27FC236}">
                <a16:creationId xmlns:a16="http://schemas.microsoft.com/office/drawing/2014/main" id="{D93BADD0-A3B5-4C3B-8DD0-3D113F076045}"/>
              </a:ext>
            </a:extLst>
          </p:cNvPr>
          <p:cNvSpPr>
            <a:spLocks noGrp="1"/>
          </p:cNvSpPr>
          <p:nvPr>
            <p:ph type="body" sz="quarter" idx="14" hasCustomPrompt="1"/>
          </p:nvPr>
        </p:nvSpPr>
        <p:spPr>
          <a:xfrm>
            <a:off x="496713" y="785901"/>
            <a:ext cx="9202625" cy="270790"/>
          </a:xfrm>
        </p:spPr>
        <p:txBody>
          <a:bodyPr>
            <a:noAutofit/>
          </a:bodyPr>
          <a:lstStyle>
            <a:lvl1pPr marL="0" indent="0">
              <a:buNone/>
              <a:defRPr sz="2000" b="0">
                <a:solidFill>
                  <a:schemeClr val="bg2"/>
                </a:solidFill>
                <a:latin typeface="+mj-lt"/>
              </a:defRPr>
            </a:lvl1pPr>
          </a:lstStyle>
          <a:p>
            <a:pPr lvl="0"/>
            <a:r>
              <a:rPr lang="en-US" err="1"/>
              <a:t>Ondertitel</a:t>
            </a:r>
            <a:endParaRPr lang="en-US"/>
          </a:p>
        </p:txBody>
      </p:sp>
      <p:grpSp>
        <p:nvGrpSpPr>
          <p:cNvPr id="38" name="GRID" hidden="1">
            <a:extLst>
              <a:ext uri="{FF2B5EF4-FFF2-40B4-BE49-F238E27FC236}">
                <a16:creationId xmlns:a16="http://schemas.microsoft.com/office/drawing/2014/main" id="{51D5F7E8-69F8-47AD-81F5-1645C97607C1}"/>
              </a:ext>
            </a:extLst>
          </p:cNvPr>
          <p:cNvGrpSpPr/>
          <p:nvPr userDrawn="1"/>
        </p:nvGrpSpPr>
        <p:grpSpPr>
          <a:xfrm>
            <a:off x="0" y="0"/>
            <a:ext cx="12192003" cy="6858000"/>
            <a:chOff x="0" y="0"/>
            <a:chExt cx="12192003" cy="6858000"/>
          </a:xfrm>
        </p:grpSpPr>
        <p:sp>
          <p:nvSpPr>
            <p:cNvPr id="39" name="Rechthoek 38">
              <a:extLst>
                <a:ext uri="{FF2B5EF4-FFF2-40B4-BE49-F238E27FC236}">
                  <a16:creationId xmlns:a16="http://schemas.microsoft.com/office/drawing/2014/main" id="{71DB2C92-E6A8-4532-98F6-C917E7F5CD17}"/>
                </a:ext>
              </a:extLst>
            </p:cNvPr>
            <p:cNvSpPr/>
            <p:nvPr userDrawn="1"/>
          </p:nvSpPr>
          <p:spPr>
            <a:xfrm>
              <a:off x="0" y="0"/>
              <a:ext cx="481922" cy="6858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40" name="Rechthoek 39">
              <a:extLst>
                <a:ext uri="{FF2B5EF4-FFF2-40B4-BE49-F238E27FC236}">
                  <a16:creationId xmlns:a16="http://schemas.microsoft.com/office/drawing/2014/main" id="{1283F161-5F8A-45E1-A9F2-F823FC1CB0A5}"/>
                </a:ext>
              </a:extLst>
            </p:cNvPr>
            <p:cNvSpPr/>
            <p:nvPr userDrawn="1"/>
          </p:nvSpPr>
          <p:spPr>
            <a:xfrm>
              <a:off x="11695286" y="0"/>
              <a:ext cx="496713" cy="6858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41" name="Rechthoek 40">
              <a:extLst>
                <a:ext uri="{FF2B5EF4-FFF2-40B4-BE49-F238E27FC236}">
                  <a16:creationId xmlns:a16="http://schemas.microsoft.com/office/drawing/2014/main" id="{E25AE021-76F4-4113-9019-FB3CB3351AD2}"/>
                </a:ext>
              </a:extLst>
            </p:cNvPr>
            <p:cNvSpPr/>
            <p:nvPr userDrawn="1"/>
          </p:nvSpPr>
          <p:spPr>
            <a:xfrm rot="5400000">
              <a:off x="5895974" y="-5895974"/>
              <a:ext cx="400051"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42" name="Rechthoek 41">
              <a:extLst>
                <a:ext uri="{FF2B5EF4-FFF2-40B4-BE49-F238E27FC236}">
                  <a16:creationId xmlns:a16="http://schemas.microsoft.com/office/drawing/2014/main" id="{4F56F574-960D-4395-B98C-5F49ED9EF418}"/>
                </a:ext>
              </a:extLst>
            </p:cNvPr>
            <p:cNvSpPr/>
            <p:nvPr userDrawn="1"/>
          </p:nvSpPr>
          <p:spPr>
            <a:xfrm rot="5400000">
              <a:off x="5895976" y="-4828915"/>
              <a:ext cx="400054"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43" name="Rechthoek 42">
              <a:extLst>
                <a:ext uri="{FF2B5EF4-FFF2-40B4-BE49-F238E27FC236}">
                  <a16:creationId xmlns:a16="http://schemas.microsoft.com/office/drawing/2014/main" id="{34E307D0-CCA0-4BDF-BC5F-E19838E9F7DA}"/>
                </a:ext>
              </a:extLst>
            </p:cNvPr>
            <p:cNvSpPr/>
            <p:nvPr userDrawn="1"/>
          </p:nvSpPr>
          <p:spPr>
            <a:xfrm rot="5400000">
              <a:off x="5895975" y="561975"/>
              <a:ext cx="400051"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44" name="Rechthoek 43">
              <a:extLst>
                <a:ext uri="{FF2B5EF4-FFF2-40B4-BE49-F238E27FC236}">
                  <a16:creationId xmlns:a16="http://schemas.microsoft.com/office/drawing/2014/main" id="{2AEE0B25-FBCC-4048-A2C0-6D97C3E7FEB7}"/>
                </a:ext>
              </a:extLst>
            </p:cNvPr>
            <p:cNvSpPr/>
            <p:nvPr userDrawn="1"/>
          </p:nvSpPr>
          <p:spPr>
            <a:xfrm rot="5400000">
              <a:off x="5895976" y="-108104"/>
              <a:ext cx="400054"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grpSp>
      <p:sp>
        <p:nvSpPr>
          <p:cNvPr id="45" name="Tijdelijke aanduiding voor datum 3">
            <a:extLst>
              <a:ext uri="{FF2B5EF4-FFF2-40B4-BE49-F238E27FC236}">
                <a16:creationId xmlns:a16="http://schemas.microsoft.com/office/drawing/2014/main" id="{55714DB1-03B4-41D1-B67F-F14BFD99260F}"/>
              </a:ext>
            </a:extLst>
          </p:cNvPr>
          <p:cNvSpPr>
            <a:spLocks noGrp="1"/>
          </p:cNvSpPr>
          <p:nvPr>
            <p:ph type="dt" sz="half" idx="10"/>
          </p:nvPr>
        </p:nvSpPr>
        <p:spPr>
          <a:xfrm>
            <a:off x="8940509" y="6192542"/>
            <a:ext cx="2743200" cy="226714"/>
          </a:xfrm>
        </p:spPr>
        <p:txBody>
          <a:bodyPr/>
          <a:lstStyle/>
          <a:p>
            <a:endParaRPr lang="en-US" noProof="0"/>
          </a:p>
        </p:txBody>
      </p:sp>
      <p:sp>
        <p:nvSpPr>
          <p:cNvPr id="46" name="Tijdelijke aanduiding voor voettekst 4">
            <a:extLst>
              <a:ext uri="{FF2B5EF4-FFF2-40B4-BE49-F238E27FC236}">
                <a16:creationId xmlns:a16="http://schemas.microsoft.com/office/drawing/2014/main" id="{4F2D7A01-8BD0-48E5-BFE0-C57FC83F251C}"/>
              </a:ext>
            </a:extLst>
          </p:cNvPr>
          <p:cNvSpPr>
            <a:spLocks noGrp="1"/>
          </p:cNvSpPr>
          <p:nvPr>
            <p:ph type="ftr" sz="quarter" idx="11"/>
          </p:nvPr>
        </p:nvSpPr>
        <p:spPr>
          <a:xfrm>
            <a:off x="823408" y="6194304"/>
            <a:ext cx="5139260" cy="226714"/>
          </a:xfrm>
        </p:spPr>
        <p:txBody>
          <a:bodyPr/>
          <a:lstStyle>
            <a:lvl1pPr>
              <a:defRPr/>
            </a:lvl1pPr>
          </a:lstStyle>
          <a:p>
            <a:endParaRPr lang="en-US"/>
          </a:p>
        </p:txBody>
      </p:sp>
      <p:sp>
        <p:nvSpPr>
          <p:cNvPr id="47" name="Tijdelijke aanduiding voor dianummer 5">
            <a:extLst>
              <a:ext uri="{FF2B5EF4-FFF2-40B4-BE49-F238E27FC236}">
                <a16:creationId xmlns:a16="http://schemas.microsoft.com/office/drawing/2014/main" id="{FB7B4016-2B9F-46E5-A46A-A6A2B08C3202}"/>
              </a:ext>
            </a:extLst>
          </p:cNvPr>
          <p:cNvSpPr>
            <a:spLocks noGrp="1"/>
          </p:cNvSpPr>
          <p:nvPr>
            <p:ph type="sldNum" sz="quarter" idx="12"/>
          </p:nvPr>
        </p:nvSpPr>
        <p:spPr>
          <a:xfrm>
            <a:off x="480242" y="6190780"/>
            <a:ext cx="201640" cy="230238"/>
          </a:xfrm>
        </p:spPr>
        <p:txBody>
          <a:bodyPr/>
          <a:lstStyle/>
          <a:p>
            <a:fld id="{55B2A88A-B7BD-41B1-9FCB-9BE633251ACA}" type="slidenum">
              <a:rPr lang="en-US" noProof="0" smtClean="0"/>
              <a:t>‹#›</a:t>
            </a:fld>
            <a:endParaRPr lang="en-US" noProof="0"/>
          </a:p>
        </p:txBody>
      </p:sp>
      <p:sp>
        <p:nvSpPr>
          <p:cNvPr id="4" name="Tijdelijke aanduiding voor tekst 3">
            <a:extLst>
              <a:ext uri="{FF2B5EF4-FFF2-40B4-BE49-F238E27FC236}">
                <a16:creationId xmlns:a16="http://schemas.microsoft.com/office/drawing/2014/main" id="{9B18BDE9-18FD-4C97-9F64-E73C2C770EFA}"/>
              </a:ext>
            </a:extLst>
          </p:cNvPr>
          <p:cNvSpPr>
            <a:spLocks noGrp="1"/>
          </p:cNvSpPr>
          <p:nvPr>
            <p:ph type="body" sz="quarter" idx="15" hasCustomPrompt="1"/>
          </p:nvPr>
        </p:nvSpPr>
        <p:spPr>
          <a:xfrm>
            <a:off x="500921" y="1805507"/>
            <a:ext cx="3364708" cy="1728785"/>
          </a:xfrm>
          <a:custGeom>
            <a:avLst/>
            <a:gdLst>
              <a:gd name="connsiteX0" fmla="*/ 0 w 3360737"/>
              <a:gd name="connsiteY0" fmla="*/ 277172 h 2982912"/>
              <a:gd name="connsiteX1" fmla="*/ 277172 w 3360737"/>
              <a:gd name="connsiteY1" fmla="*/ 0 h 2982912"/>
              <a:gd name="connsiteX2" fmla="*/ 3083565 w 3360737"/>
              <a:gd name="connsiteY2" fmla="*/ 0 h 2982912"/>
              <a:gd name="connsiteX3" fmla="*/ 3360737 w 3360737"/>
              <a:gd name="connsiteY3" fmla="*/ 277172 h 2982912"/>
              <a:gd name="connsiteX4" fmla="*/ 3360737 w 3360737"/>
              <a:gd name="connsiteY4" fmla="*/ 2705740 h 2982912"/>
              <a:gd name="connsiteX5" fmla="*/ 3083565 w 3360737"/>
              <a:gd name="connsiteY5" fmla="*/ 2982912 h 2982912"/>
              <a:gd name="connsiteX6" fmla="*/ 277172 w 3360737"/>
              <a:gd name="connsiteY6" fmla="*/ 2982912 h 2982912"/>
              <a:gd name="connsiteX7" fmla="*/ 0 w 3360737"/>
              <a:gd name="connsiteY7" fmla="*/ 2705740 h 2982912"/>
              <a:gd name="connsiteX8" fmla="*/ 0 w 3360737"/>
              <a:gd name="connsiteY8"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0 w 3360737"/>
              <a:gd name="connsiteY0" fmla="*/ 277172 h 2982912"/>
              <a:gd name="connsiteX1" fmla="*/ 110331 w 3360737"/>
              <a:gd name="connsiteY1" fmla="*/ 48418 h 2982912"/>
              <a:gd name="connsiteX2" fmla="*/ 277172 w 3360737"/>
              <a:gd name="connsiteY2" fmla="*/ 0 h 2982912"/>
              <a:gd name="connsiteX3" fmla="*/ 3083565 w 3360737"/>
              <a:gd name="connsiteY3" fmla="*/ 0 h 2982912"/>
              <a:gd name="connsiteX4" fmla="*/ 3360737 w 3360737"/>
              <a:gd name="connsiteY4" fmla="*/ 277172 h 2982912"/>
              <a:gd name="connsiteX5" fmla="*/ 3360737 w 3360737"/>
              <a:gd name="connsiteY5" fmla="*/ 2705740 h 2982912"/>
              <a:gd name="connsiteX6" fmla="*/ 3083565 w 3360737"/>
              <a:gd name="connsiteY6" fmla="*/ 2982912 h 2982912"/>
              <a:gd name="connsiteX7" fmla="*/ 277172 w 3360737"/>
              <a:gd name="connsiteY7" fmla="*/ 2982912 h 2982912"/>
              <a:gd name="connsiteX8" fmla="*/ 0 w 3360737"/>
              <a:gd name="connsiteY8" fmla="*/ 2705740 h 2982912"/>
              <a:gd name="connsiteX9" fmla="*/ 0 w 3360737"/>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5 w 3360742"/>
              <a:gd name="connsiteY0" fmla="*/ 277172 h 2982912"/>
              <a:gd name="connsiteX1" fmla="*/ 110336 w 3360742"/>
              <a:gd name="connsiteY1" fmla="*/ 48418 h 2982912"/>
              <a:gd name="connsiteX2" fmla="*/ 277177 w 3360742"/>
              <a:gd name="connsiteY2" fmla="*/ 0 h 2982912"/>
              <a:gd name="connsiteX3" fmla="*/ 3083570 w 3360742"/>
              <a:gd name="connsiteY3" fmla="*/ 0 h 2982912"/>
              <a:gd name="connsiteX4" fmla="*/ 3360742 w 3360742"/>
              <a:gd name="connsiteY4" fmla="*/ 277172 h 2982912"/>
              <a:gd name="connsiteX5" fmla="*/ 3360742 w 3360742"/>
              <a:gd name="connsiteY5" fmla="*/ 2705740 h 2982912"/>
              <a:gd name="connsiteX6" fmla="*/ 3083570 w 3360742"/>
              <a:gd name="connsiteY6" fmla="*/ 2982912 h 2982912"/>
              <a:gd name="connsiteX7" fmla="*/ 277177 w 3360742"/>
              <a:gd name="connsiteY7" fmla="*/ 2982912 h 2982912"/>
              <a:gd name="connsiteX8" fmla="*/ 5 w 3360742"/>
              <a:gd name="connsiteY8" fmla="*/ 2705740 h 2982912"/>
              <a:gd name="connsiteX9" fmla="*/ 5 w 3360742"/>
              <a:gd name="connsiteY9" fmla="*/ 277172 h 2982912"/>
              <a:gd name="connsiteX0" fmla="*/ 698 w 3361435"/>
              <a:gd name="connsiteY0" fmla="*/ 277172 h 2982912"/>
              <a:gd name="connsiteX1" fmla="*/ 39591 w 3361435"/>
              <a:gd name="connsiteY1" fmla="*/ 12699 h 2982912"/>
              <a:gd name="connsiteX2" fmla="*/ 277870 w 3361435"/>
              <a:gd name="connsiteY2" fmla="*/ 0 h 2982912"/>
              <a:gd name="connsiteX3" fmla="*/ 3084263 w 3361435"/>
              <a:gd name="connsiteY3" fmla="*/ 0 h 2982912"/>
              <a:gd name="connsiteX4" fmla="*/ 3361435 w 3361435"/>
              <a:gd name="connsiteY4" fmla="*/ 277172 h 2982912"/>
              <a:gd name="connsiteX5" fmla="*/ 3361435 w 3361435"/>
              <a:gd name="connsiteY5" fmla="*/ 2705740 h 2982912"/>
              <a:gd name="connsiteX6" fmla="*/ 3084263 w 3361435"/>
              <a:gd name="connsiteY6" fmla="*/ 2982912 h 2982912"/>
              <a:gd name="connsiteX7" fmla="*/ 277870 w 3361435"/>
              <a:gd name="connsiteY7" fmla="*/ 2982912 h 2982912"/>
              <a:gd name="connsiteX8" fmla="*/ 698 w 3361435"/>
              <a:gd name="connsiteY8" fmla="*/ 2705740 h 2982912"/>
              <a:gd name="connsiteX9" fmla="*/ 698 w 3361435"/>
              <a:gd name="connsiteY9" fmla="*/ 277172 h 2982912"/>
              <a:gd name="connsiteX0" fmla="*/ 8 w 3360745"/>
              <a:gd name="connsiteY0" fmla="*/ 277172 h 2982912"/>
              <a:gd name="connsiteX1" fmla="*/ 38901 w 3360745"/>
              <a:gd name="connsiteY1" fmla="*/ 12699 h 2982912"/>
              <a:gd name="connsiteX2" fmla="*/ 277180 w 3360745"/>
              <a:gd name="connsiteY2" fmla="*/ 0 h 2982912"/>
              <a:gd name="connsiteX3" fmla="*/ 3083573 w 3360745"/>
              <a:gd name="connsiteY3" fmla="*/ 0 h 2982912"/>
              <a:gd name="connsiteX4" fmla="*/ 3360745 w 3360745"/>
              <a:gd name="connsiteY4" fmla="*/ 277172 h 2982912"/>
              <a:gd name="connsiteX5" fmla="*/ 3360745 w 3360745"/>
              <a:gd name="connsiteY5" fmla="*/ 2705740 h 2982912"/>
              <a:gd name="connsiteX6" fmla="*/ 3083573 w 3360745"/>
              <a:gd name="connsiteY6" fmla="*/ 2982912 h 2982912"/>
              <a:gd name="connsiteX7" fmla="*/ 277180 w 3360745"/>
              <a:gd name="connsiteY7" fmla="*/ 2982912 h 2982912"/>
              <a:gd name="connsiteX8" fmla="*/ 8 w 3360745"/>
              <a:gd name="connsiteY8" fmla="*/ 2705740 h 2982912"/>
              <a:gd name="connsiteX9" fmla="*/ 8 w 3360745"/>
              <a:gd name="connsiteY9" fmla="*/ 277172 h 2982912"/>
              <a:gd name="connsiteX0" fmla="*/ 4 w 3360741"/>
              <a:gd name="connsiteY0" fmla="*/ 312116 h 3017856"/>
              <a:gd name="connsiteX1" fmla="*/ 96047 w 3360741"/>
              <a:gd name="connsiteY1" fmla="*/ 18 h 3017856"/>
              <a:gd name="connsiteX2" fmla="*/ 277176 w 3360741"/>
              <a:gd name="connsiteY2" fmla="*/ 34944 h 3017856"/>
              <a:gd name="connsiteX3" fmla="*/ 3083569 w 3360741"/>
              <a:gd name="connsiteY3" fmla="*/ 34944 h 3017856"/>
              <a:gd name="connsiteX4" fmla="*/ 3360741 w 3360741"/>
              <a:gd name="connsiteY4" fmla="*/ 312116 h 3017856"/>
              <a:gd name="connsiteX5" fmla="*/ 3360741 w 3360741"/>
              <a:gd name="connsiteY5" fmla="*/ 2740684 h 3017856"/>
              <a:gd name="connsiteX6" fmla="*/ 3083569 w 3360741"/>
              <a:gd name="connsiteY6" fmla="*/ 3017856 h 3017856"/>
              <a:gd name="connsiteX7" fmla="*/ 277176 w 3360741"/>
              <a:gd name="connsiteY7" fmla="*/ 3017856 h 3017856"/>
              <a:gd name="connsiteX8" fmla="*/ 4 w 3360741"/>
              <a:gd name="connsiteY8" fmla="*/ 2740684 h 3017856"/>
              <a:gd name="connsiteX9" fmla="*/ 4 w 3360741"/>
              <a:gd name="connsiteY9" fmla="*/ 312116 h 3017856"/>
              <a:gd name="connsiteX0" fmla="*/ 1589 w 3362326"/>
              <a:gd name="connsiteY0" fmla="*/ 278928 h 2984668"/>
              <a:gd name="connsiteX1" fmla="*/ 0 w 3362326"/>
              <a:gd name="connsiteY1" fmla="*/ 167 h 2984668"/>
              <a:gd name="connsiteX2" fmla="*/ 278761 w 3362326"/>
              <a:gd name="connsiteY2" fmla="*/ 1756 h 2984668"/>
              <a:gd name="connsiteX3" fmla="*/ 3085154 w 3362326"/>
              <a:gd name="connsiteY3" fmla="*/ 1756 h 2984668"/>
              <a:gd name="connsiteX4" fmla="*/ 3362326 w 3362326"/>
              <a:gd name="connsiteY4" fmla="*/ 278928 h 2984668"/>
              <a:gd name="connsiteX5" fmla="*/ 3362326 w 3362326"/>
              <a:gd name="connsiteY5" fmla="*/ 2707496 h 2984668"/>
              <a:gd name="connsiteX6" fmla="*/ 3085154 w 3362326"/>
              <a:gd name="connsiteY6" fmla="*/ 2984668 h 2984668"/>
              <a:gd name="connsiteX7" fmla="*/ 278761 w 3362326"/>
              <a:gd name="connsiteY7" fmla="*/ 2984668 h 2984668"/>
              <a:gd name="connsiteX8" fmla="*/ 1589 w 3362326"/>
              <a:gd name="connsiteY8" fmla="*/ 2707496 h 2984668"/>
              <a:gd name="connsiteX9" fmla="*/ 1589 w 3362326"/>
              <a:gd name="connsiteY9" fmla="*/ 278928 h 2984668"/>
              <a:gd name="connsiteX0" fmla="*/ 3971 w 3364708"/>
              <a:gd name="connsiteY0" fmla="*/ 278928 h 2984668"/>
              <a:gd name="connsiteX1" fmla="*/ 0 w 3364708"/>
              <a:gd name="connsiteY1" fmla="*/ 167 h 2984668"/>
              <a:gd name="connsiteX2" fmla="*/ 281143 w 3364708"/>
              <a:gd name="connsiteY2" fmla="*/ 1756 h 2984668"/>
              <a:gd name="connsiteX3" fmla="*/ 3087536 w 3364708"/>
              <a:gd name="connsiteY3" fmla="*/ 1756 h 2984668"/>
              <a:gd name="connsiteX4" fmla="*/ 3364708 w 3364708"/>
              <a:gd name="connsiteY4" fmla="*/ 278928 h 2984668"/>
              <a:gd name="connsiteX5" fmla="*/ 3364708 w 3364708"/>
              <a:gd name="connsiteY5" fmla="*/ 2707496 h 2984668"/>
              <a:gd name="connsiteX6" fmla="*/ 3087536 w 3364708"/>
              <a:gd name="connsiteY6" fmla="*/ 2984668 h 2984668"/>
              <a:gd name="connsiteX7" fmla="*/ 281143 w 3364708"/>
              <a:gd name="connsiteY7" fmla="*/ 2984668 h 2984668"/>
              <a:gd name="connsiteX8" fmla="*/ 3971 w 3364708"/>
              <a:gd name="connsiteY8" fmla="*/ 2707496 h 2984668"/>
              <a:gd name="connsiteX9" fmla="*/ 3971 w 3364708"/>
              <a:gd name="connsiteY9" fmla="*/ 278928 h 2984668"/>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1590 w 3362327"/>
              <a:gd name="connsiteY0" fmla="*/ 277172 h 2982912"/>
              <a:gd name="connsiteX1" fmla="*/ 0 w 3362327"/>
              <a:gd name="connsiteY1" fmla="*/ 792 h 2982912"/>
              <a:gd name="connsiteX2" fmla="*/ 278762 w 3362327"/>
              <a:gd name="connsiteY2" fmla="*/ 0 h 2982912"/>
              <a:gd name="connsiteX3" fmla="*/ 3085155 w 3362327"/>
              <a:gd name="connsiteY3" fmla="*/ 0 h 2982912"/>
              <a:gd name="connsiteX4" fmla="*/ 3362327 w 3362327"/>
              <a:gd name="connsiteY4" fmla="*/ 277172 h 2982912"/>
              <a:gd name="connsiteX5" fmla="*/ 3362327 w 3362327"/>
              <a:gd name="connsiteY5" fmla="*/ 2705740 h 2982912"/>
              <a:gd name="connsiteX6" fmla="*/ 3085155 w 3362327"/>
              <a:gd name="connsiteY6" fmla="*/ 2982912 h 2982912"/>
              <a:gd name="connsiteX7" fmla="*/ 278762 w 3362327"/>
              <a:gd name="connsiteY7" fmla="*/ 2982912 h 2982912"/>
              <a:gd name="connsiteX8" fmla="*/ 1590 w 3362327"/>
              <a:gd name="connsiteY8" fmla="*/ 2705740 h 2982912"/>
              <a:gd name="connsiteX9" fmla="*/ 1590 w 3362327"/>
              <a:gd name="connsiteY9" fmla="*/ 277172 h 2982912"/>
              <a:gd name="connsiteX0" fmla="*/ 3971 w 3364708"/>
              <a:gd name="connsiteY0" fmla="*/ 277172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9" fmla="*/ 3971 w 3364708"/>
              <a:gd name="connsiteY9" fmla="*/ 277172 h 2982912"/>
              <a:gd name="connsiteX0" fmla="*/ 3971 w 3364708"/>
              <a:gd name="connsiteY0" fmla="*/ 2705740 h 2982912"/>
              <a:gd name="connsiteX1" fmla="*/ 0 w 3364708"/>
              <a:gd name="connsiteY1" fmla="*/ 792 h 2982912"/>
              <a:gd name="connsiteX2" fmla="*/ 281143 w 3364708"/>
              <a:gd name="connsiteY2" fmla="*/ 0 h 2982912"/>
              <a:gd name="connsiteX3" fmla="*/ 30875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0875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18278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281143 w 3364708"/>
              <a:gd name="connsiteY7" fmla="*/ 2982912 h 2982912"/>
              <a:gd name="connsiteX8" fmla="*/ 3971 w 3364708"/>
              <a:gd name="connsiteY8" fmla="*/ 2705740 h 2982912"/>
              <a:gd name="connsiteX0" fmla="*/ 3971 w 3364708"/>
              <a:gd name="connsiteY0" fmla="*/ 2705740 h 2982912"/>
              <a:gd name="connsiteX1" fmla="*/ 0 w 3364708"/>
              <a:gd name="connsiteY1" fmla="*/ 792 h 2982912"/>
              <a:gd name="connsiteX2" fmla="*/ 281143 w 3364708"/>
              <a:gd name="connsiteY2" fmla="*/ 0 h 2982912"/>
              <a:gd name="connsiteX3" fmla="*/ 3176436 w 3364708"/>
              <a:gd name="connsiteY3" fmla="*/ 0 h 2982912"/>
              <a:gd name="connsiteX4" fmla="*/ 3364708 w 3364708"/>
              <a:gd name="connsiteY4" fmla="*/ 277172 h 2982912"/>
              <a:gd name="connsiteX5" fmla="*/ 3364708 w 3364708"/>
              <a:gd name="connsiteY5" fmla="*/ 2705740 h 2982912"/>
              <a:gd name="connsiteX6" fmla="*/ 3201836 w 3364708"/>
              <a:gd name="connsiteY6" fmla="*/ 2982912 h 2982912"/>
              <a:gd name="connsiteX7" fmla="*/ 173193 w 3364708"/>
              <a:gd name="connsiteY7" fmla="*/ 2982912 h 2982912"/>
              <a:gd name="connsiteX8" fmla="*/ 3971 w 3364708"/>
              <a:gd name="connsiteY8" fmla="*/ 2705740 h 29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4708" h="2982912">
                <a:moveTo>
                  <a:pt x="3971" y="2705740"/>
                </a:moveTo>
                <a:cubicBezTo>
                  <a:pt x="2647" y="1804091"/>
                  <a:pt x="1324" y="902441"/>
                  <a:pt x="0" y="792"/>
                </a:cubicBezTo>
                <a:cubicBezTo>
                  <a:pt x="5714" y="-159"/>
                  <a:pt x="245185" y="926"/>
                  <a:pt x="281143" y="0"/>
                </a:cubicBezTo>
                <a:lnTo>
                  <a:pt x="3176436" y="0"/>
                </a:lnTo>
                <a:cubicBezTo>
                  <a:pt x="3329514" y="0"/>
                  <a:pt x="3364708" y="124094"/>
                  <a:pt x="3364708" y="277172"/>
                </a:cubicBezTo>
                <a:lnTo>
                  <a:pt x="3364708" y="2705740"/>
                </a:lnTo>
                <a:cubicBezTo>
                  <a:pt x="3364708" y="2858818"/>
                  <a:pt x="3354914" y="2982912"/>
                  <a:pt x="3201836" y="2982912"/>
                </a:cubicBezTo>
                <a:lnTo>
                  <a:pt x="173193" y="2982912"/>
                </a:lnTo>
                <a:cubicBezTo>
                  <a:pt x="20115" y="2982912"/>
                  <a:pt x="3971" y="2858818"/>
                  <a:pt x="3971" y="2705740"/>
                </a:cubicBezTo>
                <a:close/>
              </a:path>
            </a:pathLst>
          </a:custGeom>
          <a:solidFill>
            <a:schemeClr val="bg2"/>
          </a:solidFill>
        </p:spPr>
        <p:txBody>
          <a:bodyPr lIns="360000" tIns="648000" rIns="360000" bIns="360000"/>
          <a:lstStyle>
            <a:lvl1pPr marL="0" indent="0">
              <a:spcAft>
                <a:spcPts val="0"/>
              </a:spcAft>
              <a:buNone/>
              <a:defRPr sz="1400" b="1">
                <a:solidFill>
                  <a:schemeClr val="bg1"/>
                </a:solidFill>
              </a:defRPr>
            </a:lvl1pPr>
            <a:lvl2pPr marL="0" indent="0">
              <a:buNone/>
              <a:defRPr sz="1200" b="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nl-NL"/>
              <a:t>Klik om tekst in te voegen</a:t>
            </a:r>
          </a:p>
        </p:txBody>
      </p:sp>
      <p:sp>
        <p:nvSpPr>
          <p:cNvPr id="15" name="Tijdelijke aanduiding voor tekst 14">
            <a:extLst>
              <a:ext uri="{FF2B5EF4-FFF2-40B4-BE49-F238E27FC236}">
                <a16:creationId xmlns:a16="http://schemas.microsoft.com/office/drawing/2014/main" id="{3B2874ED-CC7F-4F0C-BB1D-75A9CC43DC39}"/>
              </a:ext>
            </a:extLst>
          </p:cNvPr>
          <p:cNvSpPr>
            <a:spLocks noGrp="1"/>
          </p:cNvSpPr>
          <p:nvPr>
            <p:ph type="body" sz="quarter" idx="21"/>
          </p:nvPr>
        </p:nvSpPr>
        <p:spPr>
          <a:xfrm>
            <a:off x="5615781" y="1325289"/>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sp>
        <p:nvSpPr>
          <p:cNvPr id="48" name="Tijdelijke aanduiding voor tekst 14">
            <a:extLst>
              <a:ext uri="{FF2B5EF4-FFF2-40B4-BE49-F238E27FC236}">
                <a16:creationId xmlns:a16="http://schemas.microsoft.com/office/drawing/2014/main" id="{F1653C5F-83B0-4357-9779-FCA8C005D7EF}"/>
              </a:ext>
            </a:extLst>
          </p:cNvPr>
          <p:cNvSpPr>
            <a:spLocks noGrp="1"/>
          </p:cNvSpPr>
          <p:nvPr>
            <p:ph type="body" sz="quarter" idx="22"/>
          </p:nvPr>
        </p:nvSpPr>
        <p:spPr>
          <a:xfrm>
            <a:off x="1703056" y="1325289"/>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sp>
        <p:nvSpPr>
          <p:cNvPr id="50" name="Tijdelijke aanduiding voor tekst 14">
            <a:extLst>
              <a:ext uri="{FF2B5EF4-FFF2-40B4-BE49-F238E27FC236}">
                <a16:creationId xmlns:a16="http://schemas.microsoft.com/office/drawing/2014/main" id="{3AA2D7D9-83DC-4599-894C-1EA7D9983FAC}"/>
              </a:ext>
            </a:extLst>
          </p:cNvPr>
          <p:cNvSpPr>
            <a:spLocks noGrp="1"/>
          </p:cNvSpPr>
          <p:nvPr>
            <p:ph type="body" sz="quarter" idx="24"/>
          </p:nvPr>
        </p:nvSpPr>
        <p:spPr>
          <a:xfrm>
            <a:off x="9528506" y="1325289"/>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sp>
        <p:nvSpPr>
          <p:cNvPr id="30" name="Tijdelijke aanduiding voor tekst 14">
            <a:extLst>
              <a:ext uri="{FF2B5EF4-FFF2-40B4-BE49-F238E27FC236}">
                <a16:creationId xmlns:a16="http://schemas.microsoft.com/office/drawing/2014/main" id="{5F6EF29C-6547-44C1-BD48-1D3581117F6F}"/>
              </a:ext>
            </a:extLst>
          </p:cNvPr>
          <p:cNvSpPr>
            <a:spLocks noGrp="1"/>
          </p:cNvSpPr>
          <p:nvPr>
            <p:ph type="body" sz="quarter" idx="29"/>
          </p:nvPr>
        </p:nvSpPr>
        <p:spPr>
          <a:xfrm>
            <a:off x="5615781" y="3737420"/>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sp>
        <p:nvSpPr>
          <p:cNvPr id="32" name="Tijdelijke aanduiding voor tekst 14">
            <a:extLst>
              <a:ext uri="{FF2B5EF4-FFF2-40B4-BE49-F238E27FC236}">
                <a16:creationId xmlns:a16="http://schemas.microsoft.com/office/drawing/2014/main" id="{1A143C27-038F-4761-B827-CC3711286E6D}"/>
              </a:ext>
            </a:extLst>
          </p:cNvPr>
          <p:cNvSpPr>
            <a:spLocks noGrp="1"/>
          </p:cNvSpPr>
          <p:nvPr>
            <p:ph type="body" sz="quarter" idx="31"/>
          </p:nvPr>
        </p:nvSpPr>
        <p:spPr>
          <a:xfrm>
            <a:off x="1703056" y="3737420"/>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sp>
        <p:nvSpPr>
          <p:cNvPr id="34" name="Tijdelijke aanduiding voor tekst 14">
            <a:extLst>
              <a:ext uri="{FF2B5EF4-FFF2-40B4-BE49-F238E27FC236}">
                <a16:creationId xmlns:a16="http://schemas.microsoft.com/office/drawing/2014/main" id="{0069A324-1E9A-44F6-A036-D73045802C04}"/>
              </a:ext>
            </a:extLst>
          </p:cNvPr>
          <p:cNvSpPr>
            <a:spLocks noGrp="1"/>
          </p:cNvSpPr>
          <p:nvPr>
            <p:ph type="body" sz="quarter" idx="33"/>
          </p:nvPr>
        </p:nvSpPr>
        <p:spPr>
          <a:xfrm>
            <a:off x="9528506" y="3737420"/>
            <a:ext cx="960438" cy="960437"/>
          </a:xfrm>
          <a:prstGeom prst="ellipse">
            <a:avLst/>
          </a:prstGeom>
          <a:solidFill>
            <a:schemeClr val="bg1"/>
          </a:solidFill>
          <a:ln w="12700">
            <a:solidFill>
              <a:schemeClr val="tx2"/>
            </a:solidFill>
          </a:ln>
        </p:spPr>
        <p:txBody>
          <a:bodyPr/>
          <a:lstStyle>
            <a:lvl1pPr marL="0" indent="0">
              <a:buNone/>
              <a:defRPr>
                <a:solidFill>
                  <a:schemeClr val="bg1">
                    <a:alpha val="0"/>
                  </a:schemeClr>
                </a:solidFill>
              </a:defRPr>
            </a:lvl1pPr>
          </a:lstStyle>
          <a:p>
            <a:pPr lvl="0"/>
            <a:endParaRPr lang="en-GB"/>
          </a:p>
        </p:txBody>
      </p:sp>
      <p:pic>
        <p:nvPicPr>
          <p:cNvPr id="27" name="Afbeelding 26">
            <a:extLst>
              <a:ext uri="{FF2B5EF4-FFF2-40B4-BE49-F238E27FC236}">
                <a16:creationId xmlns:a16="http://schemas.microsoft.com/office/drawing/2014/main" id="{25B00D5A-DF64-4D2B-976E-01DD75975AD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463076" y="188404"/>
            <a:ext cx="2636850" cy="969848"/>
          </a:xfrm>
          <a:prstGeom prst="rect">
            <a:avLst/>
          </a:prstGeom>
        </p:spPr>
      </p:pic>
    </p:spTree>
    <p:extLst>
      <p:ext uri="{BB962C8B-B14F-4D97-AF65-F5344CB8AC3E}">
        <p14:creationId xmlns:p14="http://schemas.microsoft.com/office/powerpoint/2010/main" val="1843481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2"/>
            </p:custDataLst>
            <p:extLst>
              <p:ext uri="{D42A27DB-BD31-4B8C-83A1-F6EECF244321}">
                <p14:modId xmlns:p14="http://schemas.microsoft.com/office/powerpoint/2010/main" val="307424525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3" imgW="415" imgH="416" progId="TCLayout.ActiveDocument.1">
                  <p:embed/>
                </p:oleObj>
              </mc:Choice>
              <mc:Fallback>
                <p:oleObj name="think-cell Slide" r:id="rId13" imgW="415" imgH="416" progId="TCLayout.ActiveDocument.1">
                  <p:embed/>
                  <p:pic>
                    <p:nvPicPr>
                      <p:cNvPr id="7" name="Object 6" hidden="1"/>
                      <p:cNvPicPr/>
                      <p:nvPr/>
                    </p:nvPicPr>
                    <p:blipFill>
                      <a:blip r:embed="rId14"/>
                      <a:stretch>
                        <a:fillRect/>
                      </a:stretch>
                    </p:blipFill>
                    <p:spPr>
                      <a:xfrm>
                        <a:off x="1589" y="1588"/>
                        <a:ext cx="1588" cy="1588"/>
                      </a:xfrm>
                      <a:prstGeom prst="rect">
                        <a:avLst/>
                      </a:prstGeom>
                    </p:spPr>
                  </p:pic>
                </p:oleObj>
              </mc:Fallback>
            </mc:AlternateContent>
          </a:graphicData>
        </a:graphic>
      </p:graphicFrame>
      <p:sp>
        <p:nvSpPr>
          <p:cNvPr id="2" name="Tijdelijke aanduiding voor titel 1"/>
          <p:cNvSpPr>
            <a:spLocks noGrp="1"/>
          </p:cNvSpPr>
          <p:nvPr>
            <p:ph type="title"/>
          </p:nvPr>
        </p:nvSpPr>
        <p:spPr>
          <a:xfrm>
            <a:off x="481923" y="396982"/>
            <a:ext cx="11213361" cy="388095"/>
          </a:xfrm>
          <a:prstGeom prst="rect">
            <a:avLst/>
          </a:prstGeom>
        </p:spPr>
        <p:txBody>
          <a:bodyPr vert="horz" lIns="0" tIns="0" rIns="0" bIns="0" rtlCol="0" anchor="t">
            <a:noAutofit/>
          </a:bodyPr>
          <a:lstStyle/>
          <a:p>
            <a:r>
              <a:rPr lang="nl-NL" noProof="0"/>
              <a:t>Koptitel</a:t>
            </a:r>
          </a:p>
        </p:txBody>
      </p:sp>
      <p:grpSp>
        <p:nvGrpSpPr>
          <p:cNvPr id="37" name="GRID" hidden="1"/>
          <p:cNvGrpSpPr/>
          <p:nvPr userDrawn="1"/>
        </p:nvGrpSpPr>
        <p:grpSpPr>
          <a:xfrm>
            <a:off x="0" y="0"/>
            <a:ext cx="12192002" cy="6858000"/>
            <a:chOff x="0" y="0"/>
            <a:chExt cx="12192002" cy="6858000"/>
          </a:xfrm>
        </p:grpSpPr>
        <p:sp>
          <p:nvSpPr>
            <p:cNvPr id="33" name="Rechthoek 32"/>
            <p:cNvSpPr/>
            <p:nvPr userDrawn="1"/>
          </p:nvSpPr>
          <p:spPr>
            <a:xfrm>
              <a:off x="0" y="0"/>
              <a:ext cx="838200" cy="6858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914"/>
            </a:p>
          </p:txBody>
        </p:sp>
        <p:sp>
          <p:nvSpPr>
            <p:cNvPr id="34" name="Rechthoek 33"/>
            <p:cNvSpPr/>
            <p:nvPr userDrawn="1"/>
          </p:nvSpPr>
          <p:spPr>
            <a:xfrm>
              <a:off x="11353800" y="0"/>
              <a:ext cx="838200" cy="6858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914"/>
            </a:p>
          </p:txBody>
        </p:sp>
        <p:sp>
          <p:nvSpPr>
            <p:cNvPr id="35" name="Rechthoek 34"/>
            <p:cNvSpPr/>
            <p:nvPr userDrawn="1"/>
          </p:nvSpPr>
          <p:spPr>
            <a:xfrm rot="5400000">
              <a:off x="5676900" y="-5676900"/>
              <a:ext cx="838200"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914"/>
            </a:p>
          </p:txBody>
        </p:sp>
        <p:sp>
          <p:nvSpPr>
            <p:cNvPr id="36" name="Rechthoek 35"/>
            <p:cNvSpPr/>
            <p:nvPr userDrawn="1"/>
          </p:nvSpPr>
          <p:spPr>
            <a:xfrm rot="5400000">
              <a:off x="5676900" y="4872"/>
              <a:ext cx="838200"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914"/>
            </a:p>
          </p:txBody>
        </p:sp>
        <p:sp>
          <p:nvSpPr>
            <p:cNvPr id="38" name="Rechthoek 37"/>
            <p:cNvSpPr/>
            <p:nvPr userDrawn="1"/>
          </p:nvSpPr>
          <p:spPr>
            <a:xfrm rot="5400000">
              <a:off x="5865501" y="-4577408"/>
              <a:ext cx="461001" cy="12192000"/>
            </a:xfrm>
            <a:prstGeom prst="rect">
              <a:avLst/>
            </a:prstGeom>
            <a:solidFill>
              <a:schemeClr val="accent4">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sz="1914"/>
            </a:p>
          </p:txBody>
        </p:sp>
      </p:grpSp>
      <p:sp>
        <p:nvSpPr>
          <p:cNvPr id="3" name="Tijdelijke aanduiding voor tekst 2"/>
          <p:cNvSpPr>
            <a:spLocks noGrp="1"/>
          </p:cNvSpPr>
          <p:nvPr>
            <p:ph type="body" idx="1"/>
          </p:nvPr>
        </p:nvSpPr>
        <p:spPr>
          <a:xfrm>
            <a:off x="481922" y="1467110"/>
            <a:ext cx="11213361" cy="4320758"/>
          </a:xfrm>
          <a:prstGeom prst="rect">
            <a:avLst/>
          </a:prstGeom>
        </p:spPr>
        <p:txBody>
          <a:bodyPr vert="horz" lIns="0" tIns="0" rIns="0" bIns="0" rtlCol="0">
            <a:noAutofit/>
          </a:bodyPr>
          <a:lstStyle/>
          <a:p>
            <a:pPr lvl="0"/>
            <a:r>
              <a:rPr lang="nl-NL" noProof="0"/>
              <a:t>Header</a:t>
            </a:r>
          </a:p>
          <a:p>
            <a:pPr lvl="1"/>
            <a:r>
              <a:rPr lang="nl-NL" noProof="0"/>
              <a:t>Platte tekst</a:t>
            </a:r>
          </a:p>
          <a:p>
            <a:pPr lvl="2"/>
            <a:r>
              <a:rPr lang="nl-NL" noProof="0"/>
              <a:t>Sub-bullet #1</a:t>
            </a:r>
          </a:p>
          <a:p>
            <a:pPr lvl="3"/>
            <a:r>
              <a:rPr lang="nl-NL" noProof="0"/>
              <a:t>Sub-bullet#2</a:t>
            </a:r>
          </a:p>
          <a:p>
            <a:pPr lvl="4"/>
            <a:r>
              <a:rPr lang="nl-NL" noProof="0"/>
              <a:t>Nummer-bullet</a:t>
            </a:r>
          </a:p>
          <a:p>
            <a:pPr lvl="5"/>
            <a:r>
              <a:rPr lang="nl-NL" noProof="0"/>
              <a:t>Sub-bullet#3</a:t>
            </a:r>
          </a:p>
          <a:p>
            <a:pPr lvl="6"/>
            <a:r>
              <a:rPr lang="nl-NL" noProof="0"/>
              <a:t>Platte tekst2</a:t>
            </a:r>
          </a:p>
          <a:p>
            <a:pPr lvl="7"/>
            <a:r>
              <a:rPr lang="nl-NL" noProof="0"/>
              <a:t>Sub-bullet #4</a:t>
            </a:r>
          </a:p>
          <a:p>
            <a:pPr lvl="8"/>
            <a:r>
              <a:rPr lang="nl-NL" noProof="0"/>
              <a:t>Header2</a:t>
            </a:r>
          </a:p>
        </p:txBody>
      </p:sp>
      <p:sp>
        <p:nvSpPr>
          <p:cNvPr id="4" name="Tijdelijke aanduiding voor datum 3"/>
          <p:cNvSpPr>
            <a:spLocks noGrp="1"/>
          </p:cNvSpPr>
          <p:nvPr>
            <p:ph type="dt" sz="half" idx="2"/>
          </p:nvPr>
        </p:nvSpPr>
        <p:spPr>
          <a:xfrm>
            <a:off x="8940510" y="6192543"/>
            <a:ext cx="2743200" cy="226714"/>
          </a:xfrm>
          <a:prstGeom prst="rect">
            <a:avLst/>
          </a:prstGeom>
        </p:spPr>
        <p:txBody>
          <a:bodyPr vert="horz" lIns="0" tIns="0" rIns="0" bIns="0" rtlCol="0" anchor="ctr">
            <a:noAutofit/>
          </a:bodyPr>
          <a:lstStyle>
            <a:lvl1pPr algn="r">
              <a:defRPr sz="900">
                <a:solidFill>
                  <a:schemeClr val="accent3"/>
                </a:solidFill>
              </a:defRPr>
            </a:lvl1pPr>
          </a:lstStyle>
          <a:p>
            <a:fld id="{064F1901-EE10-465E-9EEB-597F5C20CA69}" type="datetime1">
              <a:rPr lang="nl-NL" noProof="0" smtClean="0"/>
              <a:t>18-3-2025</a:t>
            </a:fld>
            <a:endParaRPr lang="nl-NL" noProof="0"/>
          </a:p>
        </p:txBody>
      </p:sp>
      <p:sp>
        <p:nvSpPr>
          <p:cNvPr id="5" name="Tijdelijke aanduiding voor voettekst 4"/>
          <p:cNvSpPr>
            <a:spLocks noGrp="1"/>
          </p:cNvSpPr>
          <p:nvPr>
            <p:ph type="ftr" sz="quarter" idx="3"/>
          </p:nvPr>
        </p:nvSpPr>
        <p:spPr>
          <a:xfrm>
            <a:off x="823408" y="6194305"/>
            <a:ext cx="5139260" cy="226714"/>
          </a:xfrm>
          <a:prstGeom prst="rect">
            <a:avLst/>
          </a:prstGeom>
        </p:spPr>
        <p:txBody>
          <a:bodyPr vert="horz" lIns="0" tIns="0" rIns="0" bIns="0" rtlCol="0" anchor="ctr">
            <a:noAutofit/>
          </a:bodyPr>
          <a:lstStyle>
            <a:lvl1pPr algn="l">
              <a:defRPr sz="900">
                <a:solidFill>
                  <a:schemeClr val="accent3"/>
                </a:solidFill>
              </a:defRPr>
            </a:lvl1pPr>
          </a:lstStyle>
          <a:p>
            <a:r>
              <a:rPr lang="nl-NL" noProof="0"/>
              <a:t>Plaats hier uw voettekst</a:t>
            </a:r>
          </a:p>
        </p:txBody>
      </p:sp>
      <p:sp>
        <p:nvSpPr>
          <p:cNvPr id="6" name="Tijdelijke aanduiding voor dianummer 5"/>
          <p:cNvSpPr>
            <a:spLocks noGrp="1"/>
          </p:cNvSpPr>
          <p:nvPr>
            <p:ph type="sldNum" sz="quarter" idx="4"/>
          </p:nvPr>
        </p:nvSpPr>
        <p:spPr>
          <a:xfrm>
            <a:off x="480242" y="6190780"/>
            <a:ext cx="224608" cy="230238"/>
          </a:xfrm>
          <a:prstGeom prst="rect">
            <a:avLst/>
          </a:prstGeom>
        </p:spPr>
        <p:txBody>
          <a:bodyPr vert="horz" lIns="0" tIns="0" rIns="0" bIns="0" rtlCol="0" anchor="ctr">
            <a:noAutofit/>
          </a:bodyPr>
          <a:lstStyle>
            <a:lvl1pPr algn="l">
              <a:defRPr sz="900" b="1">
                <a:solidFill>
                  <a:schemeClr val="accent3"/>
                </a:solidFill>
              </a:defRPr>
            </a:lvl1pPr>
          </a:lstStyle>
          <a:p>
            <a:fld id="{55B2A88A-B7BD-41B1-9FCB-9BE633251ACA}" type="slidenum">
              <a:rPr lang="nl-NL" noProof="0" smtClean="0"/>
              <a:pPr/>
              <a:t>‹#›</a:t>
            </a:fld>
            <a:endParaRPr lang="nl-NL" noProof="0"/>
          </a:p>
        </p:txBody>
      </p:sp>
    </p:spTree>
    <p:extLst>
      <p:ext uri="{BB962C8B-B14F-4D97-AF65-F5344CB8AC3E}">
        <p14:creationId xmlns:p14="http://schemas.microsoft.com/office/powerpoint/2010/main" val="41543963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70" r:id="rId8"/>
    <p:sldLayoutId id="2147483673" r:id="rId9"/>
    <p:sldLayoutId id="2147483674" r:id="rId10"/>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288" rtl="0" eaLnBrk="1" latinLnBrk="0" hangingPunct="1">
        <a:lnSpc>
          <a:spcPct val="90000"/>
        </a:lnSpc>
        <a:spcBef>
          <a:spcPct val="0"/>
        </a:spcBef>
        <a:buNone/>
        <a:defRPr sz="2800" b="0" kern="1200">
          <a:solidFill>
            <a:schemeClr val="accent3"/>
          </a:solidFill>
          <a:latin typeface="+mj-lt"/>
          <a:ea typeface="+mj-ea"/>
          <a:cs typeface="Calibri Light" panose="020F0302020204030204" pitchFamily="34" charset="0"/>
        </a:defRPr>
      </a:lvl1pPr>
    </p:titleStyle>
    <p:bodyStyle>
      <a:lvl1pPr marL="0" indent="0" algn="l" defTabSz="914288" rtl="0" eaLnBrk="1" latinLnBrk="0" hangingPunct="1">
        <a:lnSpc>
          <a:spcPct val="120000"/>
        </a:lnSpc>
        <a:spcBef>
          <a:spcPts val="0"/>
        </a:spcBef>
        <a:spcAft>
          <a:spcPts val="0"/>
        </a:spcAft>
        <a:buClr>
          <a:schemeClr val="accent1"/>
        </a:buClr>
        <a:buFontTx/>
        <a:buNone/>
        <a:defRPr sz="18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p:bodyStyle>
    <p:otherStyle>
      <a:defPPr>
        <a:defRPr lang="nl-NL"/>
      </a:defPPr>
      <a:lvl1pPr marL="0" algn="l" defTabSz="914288" rtl="0" eaLnBrk="1" latinLnBrk="0" hangingPunct="1">
        <a:defRPr sz="1800" kern="1200">
          <a:solidFill>
            <a:schemeClr val="tx1"/>
          </a:solidFill>
          <a:latin typeface="+mn-lt"/>
          <a:ea typeface="+mn-ea"/>
          <a:cs typeface="+mn-cs"/>
        </a:defRPr>
      </a:lvl1pPr>
      <a:lvl2pPr marL="457144" algn="l" defTabSz="914288" rtl="0" eaLnBrk="1" latinLnBrk="0" hangingPunct="1">
        <a:defRPr sz="1800" kern="1200">
          <a:solidFill>
            <a:schemeClr val="tx1"/>
          </a:solidFill>
          <a:latin typeface="+mn-lt"/>
          <a:ea typeface="+mn-ea"/>
          <a:cs typeface="+mn-cs"/>
        </a:defRPr>
      </a:lvl2pPr>
      <a:lvl3pPr marL="914288" algn="l" defTabSz="914288" rtl="0" eaLnBrk="1" latinLnBrk="0" hangingPunct="1">
        <a:defRPr sz="1800" kern="1200">
          <a:solidFill>
            <a:schemeClr val="tx1"/>
          </a:solidFill>
          <a:latin typeface="+mn-lt"/>
          <a:ea typeface="+mn-ea"/>
          <a:cs typeface="+mn-cs"/>
        </a:defRPr>
      </a:lvl3pPr>
      <a:lvl4pPr marL="1371432" algn="l" defTabSz="914288" rtl="0" eaLnBrk="1" latinLnBrk="0" hangingPunct="1">
        <a:defRPr sz="1800" kern="1200">
          <a:solidFill>
            <a:schemeClr val="tx1"/>
          </a:solidFill>
          <a:latin typeface="+mn-lt"/>
          <a:ea typeface="+mn-ea"/>
          <a:cs typeface="+mn-cs"/>
        </a:defRPr>
      </a:lvl4pPr>
      <a:lvl5pPr marL="1828576" algn="l" defTabSz="914288" rtl="0" eaLnBrk="1" latinLnBrk="0" hangingPunct="1">
        <a:defRPr sz="1800" kern="1200">
          <a:solidFill>
            <a:schemeClr val="tx1"/>
          </a:solidFill>
          <a:latin typeface="+mn-lt"/>
          <a:ea typeface="+mn-ea"/>
          <a:cs typeface="+mn-cs"/>
        </a:defRPr>
      </a:lvl5pPr>
      <a:lvl6pPr marL="2285720" algn="l" defTabSz="914288" rtl="0" eaLnBrk="1" latinLnBrk="0" hangingPunct="1">
        <a:defRPr sz="1800" kern="1200">
          <a:solidFill>
            <a:schemeClr val="tx1"/>
          </a:solidFill>
          <a:latin typeface="+mn-lt"/>
          <a:ea typeface="+mn-ea"/>
          <a:cs typeface="+mn-cs"/>
        </a:defRPr>
      </a:lvl6pPr>
      <a:lvl7pPr marL="2742864" algn="l" defTabSz="914288" rtl="0" eaLnBrk="1" latinLnBrk="0" hangingPunct="1">
        <a:defRPr sz="1800" kern="1200">
          <a:solidFill>
            <a:schemeClr val="tx1"/>
          </a:solidFill>
          <a:latin typeface="+mn-lt"/>
          <a:ea typeface="+mn-ea"/>
          <a:cs typeface="+mn-cs"/>
        </a:defRPr>
      </a:lvl7pPr>
      <a:lvl8pPr marL="3200008" algn="l" defTabSz="914288" rtl="0" eaLnBrk="1" latinLnBrk="0" hangingPunct="1">
        <a:defRPr sz="1800" kern="1200">
          <a:solidFill>
            <a:schemeClr val="tx1"/>
          </a:solidFill>
          <a:latin typeface="+mn-lt"/>
          <a:ea typeface="+mn-ea"/>
          <a:cs typeface="+mn-cs"/>
        </a:defRPr>
      </a:lvl8pPr>
      <a:lvl9pPr marL="3657152" algn="l" defTabSz="9142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3CD_8DB43B2E.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net4s.sharepoint.com/sites/NLCSNetbeheerStedinenAlliander/Gedeelde%20documenten/Uitwisseling%20Documenten/InformatiemodelNetbeheerV11/NLCSNetbeheer_STATUS+BEDRIJFSTOESTAND+BEWERKINGEN_v2.xlsx?web=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digigo.nu/ilsen-en-richtlijnen/bim-basis-infra"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A6AFAD3-B46F-50AF-54DC-0C5F80D8CF49}"/>
              </a:ext>
            </a:extLst>
          </p:cNvPr>
          <p:cNvSpPr>
            <a:spLocks noGrp="1"/>
          </p:cNvSpPr>
          <p:nvPr>
            <p:ph type="pic" sz="quarter" idx="35"/>
          </p:nvPr>
        </p:nvSpPr>
        <p:spPr/>
        <p:txBody>
          <a:bodyPr/>
          <a:lstStyle/>
          <a:p>
            <a:endParaRPr lang="nl-NL"/>
          </a:p>
        </p:txBody>
      </p:sp>
      <p:sp>
        <p:nvSpPr>
          <p:cNvPr id="12" name="Text Placeholder 11">
            <a:extLst>
              <a:ext uri="{FF2B5EF4-FFF2-40B4-BE49-F238E27FC236}">
                <a16:creationId xmlns:a16="http://schemas.microsoft.com/office/drawing/2014/main" id="{DA1F5EB4-BE53-18B9-6E4B-2C3F3BAB0FF5}"/>
              </a:ext>
            </a:extLst>
          </p:cNvPr>
          <p:cNvSpPr>
            <a:spLocks noGrp="1"/>
          </p:cNvSpPr>
          <p:nvPr>
            <p:ph type="body" sz="quarter" idx="45"/>
          </p:nvPr>
        </p:nvSpPr>
        <p:spPr/>
        <p:txBody>
          <a:bodyPr/>
          <a:lstStyle/>
          <a:p>
            <a:endParaRPr lang="nl-NL" dirty="0"/>
          </a:p>
        </p:txBody>
      </p:sp>
      <p:sp>
        <p:nvSpPr>
          <p:cNvPr id="6" name="Text Placeholder 5">
            <a:extLst>
              <a:ext uri="{FF2B5EF4-FFF2-40B4-BE49-F238E27FC236}">
                <a16:creationId xmlns:a16="http://schemas.microsoft.com/office/drawing/2014/main" id="{87804572-6A78-B928-2CF1-D75D65BCC1BD}"/>
              </a:ext>
            </a:extLst>
          </p:cNvPr>
          <p:cNvSpPr>
            <a:spLocks noGrp="1"/>
          </p:cNvSpPr>
          <p:nvPr>
            <p:ph type="body" sz="quarter" idx="31"/>
          </p:nvPr>
        </p:nvSpPr>
        <p:spPr/>
        <p:txBody>
          <a:bodyPr/>
          <a:lstStyle/>
          <a:p>
            <a:endParaRPr lang="nl-NL"/>
          </a:p>
        </p:txBody>
      </p:sp>
      <p:sp>
        <p:nvSpPr>
          <p:cNvPr id="7" name="Text Placeholder 6">
            <a:extLst>
              <a:ext uri="{FF2B5EF4-FFF2-40B4-BE49-F238E27FC236}">
                <a16:creationId xmlns:a16="http://schemas.microsoft.com/office/drawing/2014/main" id="{13454926-2912-4AB3-DEBB-0DE60E253AC6}"/>
              </a:ext>
            </a:extLst>
          </p:cNvPr>
          <p:cNvSpPr>
            <a:spLocks noGrp="1"/>
          </p:cNvSpPr>
          <p:nvPr>
            <p:ph type="body" sz="quarter" idx="32"/>
          </p:nvPr>
        </p:nvSpPr>
        <p:spPr/>
        <p:txBody>
          <a:bodyPr/>
          <a:lstStyle/>
          <a:p>
            <a:endParaRPr lang="nl-NL"/>
          </a:p>
        </p:txBody>
      </p:sp>
      <p:sp>
        <p:nvSpPr>
          <p:cNvPr id="8" name="Text Placeholder 7">
            <a:extLst>
              <a:ext uri="{FF2B5EF4-FFF2-40B4-BE49-F238E27FC236}">
                <a16:creationId xmlns:a16="http://schemas.microsoft.com/office/drawing/2014/main" id="{3D901893-343E-47FF-AE61-33BF980E8494}"/>
              </a:ext>
            </a:extLst>
          </p:cNvPr>
          <p:cNvSpPr>
            <a:spLocks noGrp="1"/>
          </p:cNvSpPr>
          <p:nvPr>
            <p:ph type="body" sz="quarter" idx="33"/>
          </p:nvPr>
        </p:nvSpPr>
        <p:spPr/>
        <p:txBody>
          <a:bodyPr/>
          <a:lstStyle/>
          <a:p>
            <a:endParaRPr lang="nl-NL" dirty="0"/>
          </a:p>
        </p:txBody>
      </p:sp>
      <p:sp>
        <p:nvSpPr>
          <p:cNvPr id="10" name="Text Placeholder 9">
            <a:extLst>
              <a:ext uri="{FF2B5EF4-FFF2-40B4-BE49-F238E27FC236}">
                <a16:creationId xmlns:a16="http://schemas.microsoft.com/office/drawing/2014/main" id="{B7079C31-3571-11AC-D3F2-384B43034982}"/>
              </a:ext>
            </a:extLst>
          </p:cNvPr>
          <p:cNvSpPr>
            <a:spLocks noGrp="1"/>
          </p:cNvSpPr>
          <p:nvPr>
            <p:ph type="body" sz="quarter" idx="43"/>
          </p:nvPr>
        </p:nvSpPr>
        <p:spPr>
          <a:xfrm>
            <a:off x="740124" y="1001561"/>
            <a:ext cx="10163338" cy="1910651"/>
          </a:xfrm>
        </p:spPr>
        <p:txBody>
          <a:bodyPr/>
          <a:lstStyle/>
          <a:p>
            <a:r>
              <a:rPr lang="nl-NL" dirty="0"/>
              <a:t>Informatiemodel uitwisseling infradata tussen netbeheerder en aannemers</a:t>
            </a:r>
          </a:p>
        </p:txBody>
      </p:sp>
      <p:sp>
        <p:nvSpPr>
          <p:cNvPr id="11" name="Text Placeholder 10">
            <a:extLst>
              <a:ext uri="{FF2B5EF4-FFF2-40B4-BE49-F238E27FC236}">
                <a16:creationId xmlns:a16="http://schemas.microsoft.com/office/drawing/2014/main" id="{8B2030EC-50C8-DD1C-446B-54A094E28741}"/>
              </a:ext>
            </a:extLst>
          </p:cNvPr>
          <p:cNvSpPr>
            <a:spLocks noGrp="1"/>
          </p:cNvSpPr>
          <p:nvPr>
            <p:ph type="body" sz="quarter" idx="44"/>
          </p:nvPr>
        </p:nvSpPr>
        <p:spPr>
          <a:xfrm>
            <a:off x="1112839" y="6047907"/>
            <a:ext cx="6230936" cy="296522"/>
          </a:xfrm>
        </p:spPr>
        <p:txBody>
          <a:bodyPr/>
          <a:lstStyle/>
          <a:p>
            <a:r>
              <a:rPr lang="nl-NL" dirty="0"/>
              <a:t>Dimitry Dekker, Arie Johan van der Werken, Dik Top, Frank van der Heijden, dec 2023</a:t>
            </a:r>
          </a:p>
        </p:txBody>
      </p:sp>
      <p:sp>
        <p:nvSpPr>
          <p:cNvPr id="4" name="Slide Number Placeholder 3">
            <a:extLst>
              <a:ext uri="{FF2B5EF4-FFF2-40B4-BE49-F238E27FC236}">
                <a16:creationId xmlns:a16="http://schemas.microsoft.com/office/drawing/2014/main" id="{E6FAF10B-5E4D-58A5-A63E-B9EA35ACCD37}"/>
              </a:ext>
            </a:extLst>
          </p:cNvPr>
          <p:cNvSpPr>
            <a:spLocks noGrp="1"/>
          </p:cNvSpPr>
          <p:nvPr>
            <p:ph type="sldNum" sz="quarter" idx="4294967295"/>
          </p:nvPr>
        </p:nvSpPr>
        <p:spPr>
          <a:xfrm>
            <a:off x="0" y="6191250"/>
            <a:ext cx="223838" cy="230188"/>
          </a:xfrm>
        </p:spPr>
        <p:txBody>
          <a:bodyPr/>
          <a:lstStyle/>
          <a:p>
            <a:fld id="{A3062E82-6A7A-44E1-9A46-7A643BAF3BEE}" type="slidenum">
              <a:rPr lang="nl-NL" smtClean="0"/>
              <a:pPr/>
              <a:t>1</a:t>
            </a:fld>
            <a:endParaRPr lang="nl-NL"/>
          </a:p>
        </p:txBody>
      </p:sp>
      <p:grpSp>
        <p:nvGrpSpPr>
          <p:cNvPr id="32" name="Group 31">
            <a:extLst>
              <a:ext uri="{FF2B5EF4-FFF2-40B4-BE49-F238E27FC236}">
                <a16:creationId xmlns:a16="http://schemas.microsoft.com/office/drawing/2014/main" id="{67787170-804D-E427-0B30-3705748AA216}"/>
              </a:ext>
            </a:extLst>
          </p:cNvPr>
          <p:cNvGrpSpPr/>
          <p:nvPr/>
        </p:nvGrpSpPr>
        <p:grpSpPr>
          <a:xfrm>
            <a:off x="2179826" y="2990218"/>
            <a:ext cx="7203444" cy="2231320"/>
            <a:chOff x="1059917" y="1636262"/>
            <a:chExt cx="8323353" cy="3585276"/>
          </a:xfrm>
        </p:grpSpPr>
        <p:sp>
          <p:nvSpPr>
            <p:cNvPr id="2" name="Rechthoek 5">
              <a:extLst>
                <a:ext uri="{FF2B5EF4-FFF2-40B4-BE49-F238E27FC236}">
                  <a16:creationId xmlns:a16="http://schemas.microsoft.com/office/drawing/2014/main" id="{A485B25A-4F1E-C684-8360-BA3D2F0B5E98}"/>
                </a:ext>
              </a:extLst>
            </p:cNvPr>
            <p:cNvSpPr/>
            <p:nvPr/>
          </p:nvSpPr>
          <p:spPr>
            <a:xfrm>
              <a:off x="7631259" y="4412113"/>
              <a:ext cx="1752011" cy="803074"/>
            </a:xfrm>
            <a:prstGeom prst="rect">
              <a:avLst/>
            </a:prstGeom>
            <a:ln/>
          </p:spPr>
          <p:style>
            <a:lnRef idx="2">
              <a:schemeClr val="accent2"/>
            </a:lnRef>
            <a:fillRef idx="1">
              <a:schemeClr val="lt1"/>
            </a:fillRef>
            <a:effectRef idx="0">
              <a:schemeClr val="accent2"/>
            </a:effectRef>
            <a:fontRef idx="minor">
              <a:schemeClr val="dk1"/>
            </a:fontRef>
          </p:style>
          <p:txBody>
            <a:bodyPr lIns="108000" tIns="108000" rIns="108000" bIns="108000" rtlCol="0" anchor="ctr"/>
            <a:lstStyle/>
            <a:p>
              <a:pPr algn="ctr"/>
              <a:r>
                <a:rPr lang="nl-NL" sz="1400"/>
                <a:t>Waterbedrijven</a:t>
              </a:r>
            </a:p>
          </p:txBody>
        </p:sp>
        <p:sp>
          <p:nvSpPr>
            <p:cNvPr id="3" name="Rechthoek 7">
              <a:extLst>
                <a:ext uri="{FF2B5EF4-FFF2-40B4-BE49-F238E27FC236}">
                  <a16:creationId xmlns:a16="http://schemas.microsoft.com/office/drawing/2014/main" id="{7BAD7EC0-1CCE-7DEB-E7B0-1DE09B562942}"/>
                </a:ext>
              </a:extLst>
            </p:cNvPr>
            <p:cNvSpPr/>
            <p:nvPr/>
          </p:nvSpPr>
          <p:spPr>
            <a:xfrm>
              <a:off x="2064178"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A</a:t>
              </a:r>
            </a:p>
          </p:txBody>
        </p:sp>
        <p:sp>
          <p:nvSpPr>
            <p:cNvPr id="13" name="Rechthoek 8">
              <a:extLst>
                <a:ext uri="{FF2B5EF4-FFF2-40B4-BE49-F238E27FC236}">
                  <a16:creationId xmlns:a16="http://schemas.microsoft.com/office/drawing/2014/main" id="{76E3212D-AE7C-D242-2139-0FDCB292A8C4}"/>
                </a:ext>
              </a:extLst>
            </p:cNvPr>
            <p:cNvSpPr/>
            <p:nvPr/>
          </p:nvSpPr>
          <p:spPr>
            <a:xfrm>
              <a:off x="4451065"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B</a:t>
              </a:r>
            </a:p>
          </p:txBody>
        </p:sp>
        <p:sp>
          <p:nvSpPr>
            <p:cNvPr id="14" name="Rechthoek 9">
              <a:extLst>
                <a:ext uri="{FF2B5EF4-FFF2-40B4-BE49-F238E27FC236}">
                  <a16:creationId xmlns:a16="http://schemas.microsoft.com/office/drawing/2014/main" id="{042D67D7-B33C-B49A-A82D-F661D195296F}"/>
                </a:ext>
              </a:extLst>
            </p:cNvPr>
            <p:cNvSpPr/>
            <p:nvPr/>
          </p:nvSpPr>
          <p:spPr>
            <a:xfrm>
              <a:off x="6837951"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C</a:t>
              </a:r>
            </a:p>
          </p:txBody>
        </p:sp>
        <p:cxnSp>
          <p:nvCxnSpPr>
            <p:cNvPr id="15" name="Rechte verbindingslijn met pijl 11">
              <a:extLst>
                <a:ext uri="{FF2B5EF4-FFF2-40B4-BE49-F238E27FC236}">
                  <a16:creationId xmlns:a16="http://schemas.microsoft.com/office/drawing/2014/main" id="{1ED45073-9A7B-98AA-F169-DB8DAD336988}"/>
                </a:ext>
              </a:extLst>
            </p:cNvPr>
            <p:cNvCxnSpPr>
              <a:cxnSpLocks/>
              <a:stCxn id="13" idx="2"/>
            </p:cNvCxnSpPr>
            <p:nvPr/>
          </p:nvCxnSpPr>
          <p:spPr>
            <a:xfrm>
              <a:off x="5327071"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Rechte verbindingslijn met pijl 24">
              <a:extLst>
                <a:ext uri="{FF2B5EF4-FFF2-40B4-BE49-F238E27FC236}">
                  <a16:creationId xmlns:a16="http://schemas.microsoft.com/office/drawing/2014/main" id="{F856B7A7-FA50-89E7-8D7D-4C43461F47CE}"/>
                </a:ext>
              </a:extLst>
            </p:cNvPr>
            <p:cNvCxnSpPr>
              <a:cxnSpLocks/>
              <a:stCxn id="2" idx="2"/>
              <a:endCxn id="23" idx="2"/>
            </p:cNvCxnSpPr>
            <p:nvPr/>
          </p:nvCxnSpPr>
          <p:spPr>
            <a:xfrm rot="5400000">
              <a:off x="7412042"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24">
              <a:extLst>
                <a:ext uri="{FF2B5EF4-FFF2-40B4-BE49-F238E27FC236}">
                  <a16:creationId xmlns:a16="http://schemas.microsoft.com/office/drawing/2014/main" id="{B96D29EB-039F-C300-D0BF-77CED9CC8716}"/>
                </a:ext>
              </a:extLst>
            </p:cNvPr>
            <p:cNvCxnSpPr>
              <a:cxnSpLocks/>
              <a:stCxn id="23" idx="2"/>
              <a:endCxn id="24" idx="2"/>
            </p:cNvCxnSpPr>
            <p:nvPr/>
          </p:nvCxnSpPr>
          <p:spPr>
            <a:xfrm rot="5400000">
              <a:off x="5221595"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Rechte verbindingslijn met pijl 24">
              <a:extLst>
                <a:ext uri="{FF2B5EF4-FFF2-40B4-BE49-F238E27FC236}">
                  <a16:creationId xmlns:a16="http://schemas.microsoft.com/office/drawing/2014/main" id="{9FE3D6EA-9B8B-A1EE-0044-096B9A8C6DFD}"/>
                </a:ext>
              </a:extLst>
            </p:cNvPr>
            <p:cNvCxnSpPr>
              <a:cxnSpLocks/>
              <a:stCxn id="25" idx="2"/>
              <a:endCxn id="24" idx="2"/>
            </p:cNvCxnSpPr>
            <p:nvPr/>
          </p:nvCxnSpPr>
          <p:spPr>
            <a:xfrm rot="16200000" flipH="1">
              <a:off x="3031147" y="4119963"/>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Rechte verbindingslijn met pijl 17">
              <a:extLst>
                <a:ext uri="{FF2B5EF4-FFF2-40B4-BE49-F238E27FC236}">
                  <a16:creationId xmlns:a16="http://schemas.microsoft.com/office/drawing/2014/main" id="{80750937-7610-AD70-CF68-284E8C13B6FB}"/>
                </a:ext>
              </a:extLst>
            </p:cNvPr>
            <p:cNvCxnSpPr>
              <a:cxnSpLocks/>
              <a:stCxn id="3" idx="2"/>
            </p:cNvCxnSpPr>
            <p:nvPr/>
          </p:nvCxnSpPr>
          <p:spPr>
            <a:xfrm>
              <a:off x="2940184"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Rechte verbindingslijn met pijl 18">
              <a:extLst>
                <a:ext uri="{FF2B5EF4-FFF2-40B4-BE49-F238E27FC236}">
                  <a16:creationId xmlns:a16="http://schemas.microsoft.com/office/drawing/2014/main" id="{58CD2157-AC27-C96E-42CA-11E0515B4283}"/>
                </a:ext>
              </a:extLst>
            </p:cNvPr>
            <p:cNvCxnSpPr>
              <a:cxnSpLocks/>
              <a:endCxn id="24" idx="0"/>
            </p:cNvCxnSpPr>
            <p:nvPr/>
          </p:nvCxnSpPr>
          <p:spPr>
            <a:xfrm flipH="1">
              <a:off x="4126371" y="3825781"/>
              <a:ext cx="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Rechte verbindingslijn met pijl 20">
              <a:extLst>
                <a:ext uri="{FF2B5EF4-FFF2-40B4-BE49-F238E27FC236}">
                  <a16:creationId xmlns:a16="http://schemas.microsoft.com/office/drawing/2014/main" id="{31C679C4-217F-A670-73CF-1CA8F0F7C465}"/>
                </a:ext>
              </a:extLst>
            </p:cNvPr>
            <p:cNvCxnSpPr>
              <a:cxnSpLocks/>
              <a:endCxn id="25" idx="0"/>
            </p:cNvCxnSpPr>
            <p:nvPr/>
          </p:nvCxnSpPr>
          <p:spPr>
            <a:xfrm flipH="1">
              <a:off x="1935924" y="3825781"/>
              <a:ext cx="6349"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8803DF26-D0CD-D874-F62A-3B0A2BC7883F}"/>
                </a:ext>
              </a:extLst>
            </p:cNvPr>
            <p:cNvCxnSpPr>
              <a:cxnSpLocks/>
              <a:stCxn id="14" idx="2"/>
            </p:cNvCxnSpPr>
            <p:nvPr/>
          </p:nvCxnSpPr>
          <p:spPr>
            <a:xfrm>
              <a:off x="7713957"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hthoek 23">
              <a:extLst>
                <a:ext uri="{FF2B5EF4-FFF2-40B4-BE49-F238E27FC236}">
                  <a16:creationId xmlns:a16="http://schemas.microsoft.com/office/drawing/2014/main" id="{2DAF3722-2AC8-E9AF-CD6A-799F59422287}"/>
                </a:ext>
              </a:extLst>
            </p:cNvPr>
            <p:cNvSpPr/>
            <p:nvPr/>
          </p:nvSpPr>
          <p:spPr>
            <a:xfrm>
              <a:off x="5440812"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Liander</a:t>
              </a:r>
              <a:endParaRPr lang="nl-NL" sz="1400"/>
            </a:p>
          </p:txBody>
        </p:sp>
        <p:sp>
          <p:nvSpPr>
            <p:cNvPr id="24" name="Rechthoek 24">
              <a:extLst>
                <a:ext uri="{FF2B5EF4-FFF2-40B4-BE49-F238E27FC236}">
                  <a16:creationId xmlns:a16="http://schemas.microsoft.com/office/drawing/2014/main" id="{72517271-E63C-65A9-A669-F0EE45874D23}"/>
                </a:ext>
              </a:extLst>
            </p:cNvPr>
            <p:cNvSpPr/>
            <p:nvPr/>
          </p:nvSpPr>
          <p:spPr>
            <a:xfrm>
              <a:off x="3250365"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Stedin</a:t>
              </a:r>
              <a:endParaRPr lang="nl-NL" sz="1400"/>
            </a:p>
          </p:txBody>
        </p:sp>
        <p:sp>
          <p:nvSpPr>
            <p:cNvPr id="25" name="Rechthoek 25">
              <a:extLst>
                <a:ext uri="{FF2B5EF4-FFF2-40B4-BE49-F238E27FC236}">
                  <a16:creationId xmlns:a16="http://schemas.microsoft.com/office/drawing/2014/main" id="{EBE0337E-3F39-580B-A56A-0DDBE5F168DD}"/>
                </a:ext>
              </a:extLst>
            </p:cNvPr>
            <p:cNvSpPr/>
            <p:nvPr/>
          </p:nvSpPr>
          <p:spPr>
            <a:xfrm>
              <a:off x="1059918"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err="1"/>
                <a:t>Enexis</a:t>
              </a:r>
              <a:endParaRPr lang="nl-NL" sz="1400"/>
            </a:p>
          </p:txBody>
        </p:sp>
        <p:pic>
          <p:nvPicPr>
            <p:cNvPr id="26" name="Picture 4" descr="Stedin | Vergelijk energie van Stedin via Energiewijzer.nl">
              <a:extLst>
                <a:ext uri="{FF2B5EF4-FFF2-40B4-BE49-F238E27FC236}">
                  <a16:creationId xmlns:a16="http://schemas.microsoft.com/office/drawing/2014/main" id="{BE6C1638-A12B-2F01-AC48-BA198EAE02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26" t="2107" r="-2782" b="234"/>
            <a:stretch/>
          </p:blipFill>
          <p:spPr bwMode="auto">
            <a:xfrm>
              <a:off x="3307585" y="4699580"/>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Enexis - Wikipedia">
              <a:extLst>
                <a:ext uri="{FF2B5EF4-FFF2-40B4-BE49-F238E27FC236}">
                  <a16:creationId xmlns:a16="http://schemas.microsoft.com/office/drawing/2014/main" id="{D776D019-31C0-D63F-4E27-10093A321E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76" r="57344"/>
            <a:stretch/>
          </p:blipFill>
          <p:spPr bwMode="auto">
            <a:xfrm>
              <a:off x="1187777" y="4488707"/>
              <a:ext cx="430373" cy="64353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Home - Liander Service">
              <a:extLst>
                <a:ext uri="{FF2B5EF4-FFF2-40B4-BE49-F238E27FC236}">
                  <a16:creationId xmlns:a16="http://schemas.microsoft.com/office/drawing/2014/main" id="{7466A8AD-8EB0-A50D-FA64-028C724623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7432" y="4706194"/>
              <a:ext cx="528567" cy="246182"/>
            </a:xfrm>
            <a:prstGeom prst="rect">
              <a:avLst/>
            </a:prstGeom>
            <a:noFill/>
            <a:extLst>
              <a:ext uri="{909E8E84-426E-40DD-AFC4-6F175D3DCCD1}">
                <a14:hiddenFill xmlns:a14="http://schemas.microsoft.com/office/drawing/2010/main">
                  <a:solidFill>
                    <a:srgbClr val="FFFFFF"/>
                  </a:solidFill>
                </a14:hiddenFill>
              </a:ext>
            </a:extLst>
          </p:spPr>
        </p:pic>
        <p:sp>
          <p:nvSpPr>
            <p:cNvPr id="29" name="Rechthoek 29">
              <a:extLst>
                <a:ext uri="{FF2B5EF4-FFF2-40B4-BE49-F238E27FC236}">
                  <a16:creationId xmlns:a16="http://schemas.microsoft.com/office/drawing/2014/main" id="{65B1ABEC-C598-9350-C9B8-C203E3F5D639}"/>
                </a:ext>
              </a:extLst>
            </p:cNvPr>
            <p:cNvSpPr/>
            <p:nvPr/>
          </p:nvSpPr>
          <p:spPr>
            <a:xfrm>
              <a:off x="1059917" y="3242411"/>
              <a:ext cx="8298975" cy="583370"/>
            </a:xfrm>
            <a:prstGeom prst="rect">
              <a:avLst/>
            </a:prstGeom>
            <a:solidFill>
              <a:schemeClr val="accent1">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nl-NL" sz="1400"/>
                <a:t>Gemeenschappelijke informatie standaard en broker voor informatie-uitwisseling</a:t>
              </a:r>
            </a:p>
          </p:txBody>
        </p:sp>
        <p:cxnSp>
          <p:nvCxnSpPr>
            <p:cNvPr id="30" name="Rechte verbindingslijn met pijl 39">
              <a:extLst>
                <a:ext uri="{FF2B5EF4-FFF2-40B4-BE49-F238E27FC236}">
                  <a16:creationId xmlns:a16="http://schemas.microsoft.com/office/drawing/2014/main" id="{6C72F20A-9BE3-C70D-0855-567C4FDCDD7A}"/>
                </a:ext>
              </a:extLst>
            </p:cNvPr>
            <p:cNvCxnSpPr>
              <a:cxnSpLocks/>
              <a:endCxn id="2" idx="0"/>
            </p:cNvCxnSpPr>
            <p:nvPr/>
          </p:nvCxnSpPr>
          <p:spPr>
            <a:xfrm flipH="1">
              <a:off x="8507265" y="3825781"/>
              <a:ext cx="635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Rechte verbindingslijn met pijl 31">
              <a:extLst>
                <a:ext uri="{FF2B5EF4-FFF2-40B4-BE49-F238E27FC236}">
                  <a16:creationId xmlns:a16="http://schemas.microsoft.com/office/drawing/2014/main" id="{50BD522C-DDF3-E846-CF97-D052022AB7E9}"/>
                </a:ext>
              </a:extLst>
            </p:cNvPr>
            <p:cNvCxnSpPr>
              <a:cxnSpLocks/>
            </p:cNvCxnSpPr>
            <p:nvPr/>
          </p:nvCxnSpPr>
          <p:spPr>
            <a:xfrm flipH="1">
              <a:off x="6301231" y="3825781"/>
              <a:ext cx="635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3" name="Text Placeholder 4">
            <a:extLst>
              <a:ext uri="{FF2B5EF4-FFF2-40B4-BE49-F238E27FC236}">
                <a16:creationId xmlns:a16="http://schemas.microsoft.com/office/drawing/2014/main" id="{A9EE15D8-F8DB-3B8C-F42C-70B70C3B2BEC}"/>
              </a:ext>
            </a:extLst>
          </p:cNvPr>
          <p:cNvSpPr txBox="1">
            <a:spLocks/>
          </p:cNvSpPr>
          <p:nvPr/>
        </p:nvSpPr>
        <p:spPr>
          <a:xfrm>
            <a:off x="11088104" y="6063328"/>
            <a:ext cx="672214" cy="281101"/>
          </a:xfrm>
          <a:prstGeom prst="rect">
            <a:avLst/>
          </a:prstGeom>
          <a:blipFill>
            <a:blip r:embed="rId5" cstate="screen">
              <a:extLst>
                <a:ext uri="{28A0092B-C50C-407E-A947-70E740481C1C}">
                  <a14:useLocalDpi xmlns:a14="http://schemas.microsoft.com/office/drawing/2010/main"/>
                </a:ext>
              </a:extLst>
            </a:blip>
            <a:stretch>
              <a:fillRect/>
            </a:stretch>
          </a:blipFill>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a:solidFill>
                  <a:schemeClr val="tx1">
                    <a:lumMod val="75000"/>
                    <a:lumOff val="25000"/>
                  </a:schemeClr>
                </a:solidFill>
                <a:latin typeface="+mn-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pPr marL="0" marR="0" lvl="0" indent="0" algn="l" defTabSz="914288" rtl="0" eaLnBrk="1" fontAlgn="auto" latinLnBrk="0" hangingPunct="1">
              <a:lnSpc>
                <a:spcPct val="120000"/>
              </a:lnSpc>
              <a:spcBef>
                <a:spcPts val="0"/>
              </a:spcBef>
              <a:spcAft>
                <a:spcPts val="0"/>
              </a:spcAft>
              <a:buClr>
                <a:srgbClr val="8BB63B"/>
              </a:buClr>
              <a:buSzTx/>
              <a:buFontTx/>
              <a:buNone/>
              <a:tabLst/>
              <a:defRPr/>
            </a:pPr>
            <a:endParaRPr kumimoji="0" lang="nl-NL" sz="100" b="1" i="0" u="none" strike="noStrike" kern="1200" cap="none" spc="0" normalizeH="0" baseline="0" noProof="0" dirty="0">
              <a:ln>
                <a:noFill/>
              </a:ln>
              <a:solidFill>
                <a:srgbClr val="CD5A19"/>
              </a:solidFill>
              <a:effectLst/>
              <a:uLnTx/>
              <a:uFillTx/>
              <a:latin typeface="Microsoft JhengHei Light"/>
              <a:ea typeface="+mn-ea"/>
              <a:cs typeface="Calibri Light" panose="020F0302020204030204" pitchFamily="34" charset="0"/>
            </a:endParaRPr>
          </a:p>
        </p:txBody>
      </p:sp>
      <p:pic>
        <p:nvPicPr>
          <p:cNvPr id="34" name="Picture 4" descr="Stedin | Vergelijk energie van Stedin via Energiewijzer.nl">
            <a:extLst>
              <a:ext uri="{FF2B5EF4-FFF2-40B4-BE49-F238E27FC236}">
                <a16:creationId xmlns:a16="http://schemas.microsoft.com/office/drawing/2014/main" id="{E45044ED-C169-914A-1524-EA0AA79582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26" t="2107" r="-2782" b="234"/>
          <a:stretch/>
        </p:blipFill>
        <p:spPr bwMode="auto">
          <a:xfrm>
            <a:off x="10228085" y="6098904"/>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Enexis - Wikipedia">
            <a:extLst>
              <a:ext uri="{FF2B5EF4-FFF2-40B4-BE49-F238E27FC236}">
                <a16:creationId xmlns:a16="http://schemas.microsoft.com/office/drawing/2014/main" id="{0C4DEA96-531F-9878-2A0F-D476939CE2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76" r="57344"/>
          <a:stretch/>
        </p:blipFill>
        <p:spPr bwMode="auto">
          <a:xfrm>
            <a:off x="9733578" y="5899900"/>
            <a:ext cx="430373" cy="643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7543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3DD4698-1017-5368-6627-8F84C23F4CA2}"/>
              </a:ext>
            </a:extLst>
          </p:cNvPr>
          <p:cNvSpPr>
            <a:spLocks noGrp="1"/>
          </p:cNvSpPr>
          <p:nvPr>
            <p:ph type="body" orient="vert" idx="1"/>
          </p:nvPr>
        </p:nvSpPr>
        <p:spPr/>
        <p:txBody>
          <a:bodyPr/>
          <a:lstStyle/>
          <a:p>
            <a:pPr marL="342900" indent="-342900">
              <a:buFont typeface="+mj-lt"/>
              <a:buAutoNum type="arabicPeriod"/>
            </a:pPr>
            <a:r>
              <a:rPr lang="nl-NL" dirty="0">
                <a:solidFill>
                  <a:srgbClr val="92D050"/>
                </a:solidFill>
              </a:rPr>
              <a:t>Waarom dit informatiemodel voor MS, LS, Gas HD en LD?</a:t>
            </a:r>
          </a:p>
          <a:p>
            <a:pPr marL="342900" indent="-342900">
              <a:buFont typeface="+mj-lt"/>
              <a:buAutoNum type="arabicPeriod"/>
            </a:pPr>
            <a:r>
              <a:rPr lang="nl-NL" dirty="0"/>
              <a:t>Status van dit informatiemodel </a:t>
            </a:r>
          </a:p>
          <a:p>
            <a:pPr marL="342900" indent="-342900">
              <a:buFont typeface="+mj-lt"/>
              <a:buAutoNum type="arabicPeriod"/>
            </a:pPr>
            <a:r>
              <a:rPr lang="nl-NL" dirty="0"/>
              <a:t>Uitgangspunten en inhoud van het informatiemodel</a:t>
            </a:r>
          </a:p>
          <a:p>
            <a:pPr marL="342900" indent="-342900">
              <a:buFont typeface="+mj-lt"/>
              <a:buAutoNum type="arabicPeriod"/>
            </a:pPr>
            <a:r>
              <a:rPr lang="nl-NL" dirty="0"/>
              <a:t>Wat is NLCS++ precies: uitleg hoe attribuutinformatie wordt vastgelegd in NLCS++</a:t>
            </a:r>
          </a:p>
          <a:p>
            <a:pPr marL="342900" indent="-342900">
              <a:buFont typeface="+mj-lt"/>
              <a:buAutoNum type="arabicPeriod"/>
            </a:pPr>
            <a:endParaRPr lang="nl-NL" dirty="0"/>
          </a:p>
          <a:p>
            <a:endParaRPr lang="nl-NL" dirty="0"/>
          </a:p>
          <a:p>
            <a:pPr marL="342900" indent="-342900">
              <a:buFont typeface="+mj-lt"/>
              <a:buAutoNum type="arabicPeriod"/>
            </a:pPr>
            <a:endParaRPr lang="nl-NL" dirty="0"/>
          </a:p>
          <a:p>
            <a:pPr marL="285750" indent="-285750">
              <a:buFont typeface="Arial" panose="020B0604020202020204" pitchFamily="34" charset="0"/>
              <a:buChar char="•"/>
            </a:pPr>
            <a:endParaRPr lang="nl-NL" dirty="0"/>
          </a:p>
          <a:p>
            <a:endParaRPr lang="nl-NL" dirty="0"/>
          </a:p>
        </p:txBody>
      </p:sp>
      <p:sp>
        <p:nvSpPr>
          <p:cNvPr id="3" name="Title 2">
            <a:extLst>
              <a:ext uri="{FF2B5EF4-FFF2-40B4-BE49-F238E27FC236}">
                <a16:creationId xmlns:a16="http://schemas.microsoft.com/office/drawing/2014/main" id="{FE587B08-976F-882C-5C19-66A4B72A7586}"/>
              </a:ext>
            </a:extLst>
          </p:cNvPr>
          <p:cNvSpPr>
            <a:spLocks noGrp="1"/>
          </p:cNvSpPr>
          <p:nvPr>
            <p:ph type="title"/>
          </p:nvPr>
        </p:nvSpPr>
        <p:spPr/>
        <p:txBody>
          <a:bodyPr/>
          <a:lstStyle/>
          <a:p>
            <a:r>
              <a:rPr lang="nl-NL" dirty="0"/>
              <a:t>Onderwerpen</a:t>
            </a:r>
          </a:p>
        </p:txBody>
      </p:sp>
      <p:sp>
        <p:nvSpPr>
          <p:cNvPr id="4" name="Text Placeholder 3">
            <a:extLst>
              <a:ext uri="{FF2B5EF4-FFF2-40B4-BE49-F238E27FC236}">
                <a16:creationId xmlns:a16="http://schemas.microsoft.com/office/drawing/2014/main" id="{457A440D-6F60-82C5-0EB4-226E5B1936F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D1C9BDA-CBD4-67CD-5DD1-7D423A50EA3E}"/>
              </a:ext>
            </a:extLst>
          </p:cNvPr>
          <p:cNvSpPr>
            <a:spLocks noGrp="1"/>
          </p:cNvSpPr>
          <p:nvPr>
            <p:ph type="sldNum" sz="quarter" idx="12"/>
          </p:nvPr>
        </p:nvSpPr>
        <p:spPr/>
        <p:txBody>
          <a:bodyPr/>
          <a:lstStyle/>
          <a:p>
            <a:fld id="{55B2A88A-B7BD-41B1-9FCB-9BE633251ACA}" type="slidenum">
              <a:rPr lang="nl-NL" noProof="0" smtClean="0"/>
              <a:t>2</a:t>
            </a:fld>
            <a:endParaRPr lang="nl-NL" noProof="0"/>
          </a:p>
        </p:txBody>
      </p:sp>
    </p:spTree>
    <p:extLst>
      <p:ext uri="{BB962C8B-B14F-4D97-AF65-F5344CB8AC3E}">
        <p14:creationId xmlns:p14="http://schemas.microsoft.com/office/powerpoint/2010/main" val="4055084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F6B4665-AC53-49A5-A16D-DD41F274DF76}"/>
              </a:ext>
            </a:extLst>
          </p:cNvPr>
          <p:cNvSpPr>
            <a:spLocks noGrp="1"/>
          </p:cNvSpPr>
          <p:nvPr>
            <p:ph type="title"/>
          </p:nvPr>
        </p:nvSpPr>
        <p:spPr/>
        <p:txBody>
          <a:bodyPr/>
          <a:lstStyle/>
          <a:p>
            <a:r>
              <a:rPr lang="nl-NL" dirty="0"/>
              <a:t>Huidige Situatie in de Sector</a:t>
            </a:r>
          </a:p>
        </p:txBody>
      </p:sp>
      <p:sp>
        <p:nvSpPr>
          <p:cNvPr id="4" name="Tijdelijke aanduiding voor tekst 3">
            <a:extLst>
              <a:ext uri="{FF2B5EF4-FFF2-40B4-BE49-F238E27FC236}">
                <a16:creationId xmlns:a16="http://schemas.microsoft.com/office/drawing/2014/main" id="{D952098D-8567-4734-8CDF-4B5DFF41B0F3}"/>
              </a:ext>
            </a:extLst>
          </p:cNvPr>
          <p:cNvSpPr>
            <a:spLocks noGrp="1"/>
          </p:cNvSpPr>
          <p:nvPr>
            <p:ph type="body" sz="quarter" idx="14"/>
          </p:nvPr>
        </p:nvSpPr>
        <p:spPr/>
        <p:txBody>
          <a:bodyPr vert="horz" lIns="0" tIns="0" rIns="0" bIns="0" rtlCol="0">
            <a:noAutofit/>
          </a:bodyPr>
          <a:lstStyle/>
          <a:p>
            <a:pPr>
              <a:lnSpc>
                <a:spcPct val="100000"/>
              </a:lnSpc>
            </a:pPr>
            <a:r>
              <a:rPr lang="nl-NL" dirty="0"/>
              <a:t>Alle partijen ontwikkelen een eigen oplossing onafhankelijk van elkaar m.b.t. de registratie van de ondergrondse assets distributienetwerk</a:t>
            </a:r>
          </a:p>
        </p:txBody>
      </p:sp>
      <p:sp>
        <p:nvSpPr>
          <p:cNvPr id="5" name="Tijdelijke aanduiding voor dianummer 4">
            <a:extLst>
              <a:ext uri="{FF2B5EF4-FFF2-40B4-BE49-F238E27FC236}">
                <a16:creationId xmlns:a16="http://schemas.microsoft.com/office/drawing/2014/main" id="{7C33BB35-9ECA-47BD-B5B0-FB8ACF19F82E}"/>
              </a:ext>
            </a:extLst>
          </p:cNvPr>
          <p:cNvSpPr>
            <a:spLocks noGrp="1"/>
          </p:cNvSpPr>
          <p:nvPr>
            <p:ph type="sldNum" sz="quarter" idx="12"/>
          </p:nvPr>
        </p:nvSpPr>
        <p:spPr/>
        <p:txBody>
          <a:bodyPr/>
          <a:lstStyle/>
          <a:p>
            <a:fld id="{55B2A88A-B7BD-41B1-9FCB-9BE633251ACA}" type="slidenum">
              <a:rPr lang="nl-NL" noProof="0" smtClean="0"/>
              <a:t>3</a:t>
            </a:fld>
            <a:endParaRPr lang="nl-NL" noProof="0"/>
          </a:p>
        </p:txBody>
      </p:sp>
      <p:sp>
        <p:nvSpPr>
          <p:cNvPr id="6" name="Rechthoek 5">
            <a:extLst>
              <a:ext uri="{FF2B5EF4-FFF2-40B4-BE49-F238E27FC236}">
                <a16:creationId xmlns:a16="http://schemas.microsoft.com/office/drawing/2014/main" id="{D2432A3D-DF39-4FCA-9F9F-50A20C7295EB}"/>
              </a:ext>
            </a:extLst>
          </p:cNvPr>
          <p:cNvSpPr/>
          <p:nvPr/>
        </p:nvSpPr>
        <p:spPr>
          <a:xfrm>
            <a:off x="7631259" y="4412113"/>
            <a:ext cx="1752011" cy="803074"/>
          </a:xfrm>
          <a:prstGeom prst="rect">
            <a:avLst/>
          </a:prstGeom>
          <a:ln/>
        </p:spPr>
        <p:style>
          <a:lnRef idx="2">
            <a:schemeClr val="accent2"/>
          </a:lnRef>
          <a:fillRef idx="1">
            <a:schemeClr val="lt1"/>
          </a:fillRef>
          <a:effectRef idx="0">
            <a:schemeClr val="accent2"/>
          </a:effectRef>
          <a:fontRef idx="minor">
            <a:schemeClr val="dk1"/>
          </a:fontRef>
        </p:style>
        <p:txBody>
          <a:bodyPr lIns="108000" tIns="108000" rIns="108000" bIns="108000" rtlCol="0" anchor="ctr"/>
          <a:lstStyle/>
          <a:p>
            <a:pPr algn="ctr"/>
            <a:r>
              <a:rPr lang="nl-NL" sz="1400"/>
              <a:t>Waterbedrijven</a:t>
            </a:r>
          </a:p>
        </p:txBody>
      </p:sp>
      <p:sp>
        <p:nvSpPr>
          <p:cNvPr id="11" name="Rechthoek 10">
            <a:extLst>
              <a:ext uri="{FF2B5EF4-FFF2-40B4-BE49-F238E27FC236}">
                <a16:creationId xmlns:a16="http://schemas.microsoft.com/office/drawing/2014/main" id="{26BFAD4E-EBE5-4874-A47E-E945B70E4CE1}"/>
              </a:ext>
            </a:extLst>
          </p:cNvPr>
          <p:cNvSpPr/>
          <p:nvPr/>
        </p:nvSpPr>
        <p:spPr>
          <a:xfrm>
            <a:off x="2833108"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A</a:t>
            </a:r>
          </a:p>
        </p:txBody>
      </p:sp>
      <p:sp>
        <p:nvSpPr>
          <p:cNvPr id="12" name="Rechthoek 11">
            <a:extLst>
              <a:ext uri="{FF2B5EF4-FFF2-40B4-BE49-F238E27FC236}">
                <a16:creationId xmlns:a16="http://schemas.microsoft.com/office/drawing/2014/main" id="{7384EC95-7647-4C8B-BE75-571ABD4EBD28}"/>
              </a:ext>
            </a:extLst>
          </p:cNvPr>
          <p:cNvSpPr/>
          <p:nvPr/>
        </p:nvSpPr>
        <p:spPr>
          <a:xfrm>
            <a:off x="5219995"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B</a:t>
            </a:r>
          </a:p>
        </p:txBody>
      </p:sp>
      <p:sp>
        <p:nvSpPr>
          <p:cNvPr id="13" name="Rechthoek 12">
            <a:extLst>
              <a:ext uri="{FF2B5EF4-FFF2-40B4-BE49-F238E27FC236}">
                <a16:creationId xmlns:a16="http://schemas.microsoft.com/office/drawing/2014/main" id="{E5635516-3152-4244-9C4F-3EDD2456B78B}"/>
              </a:ext>
            </a:extLst>
          </p:cNvPr>
          <p:cNvSpPr/>
          <p:nvPr/>
        </p:nvSpPr>
        <p:spPr>
          <a:xfrm>
            <a:off x="7606881"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C</a:t>
            </a:r>
          </a:p>
        </p:txBody>
      </p:sp>
      <p:cxnSp>
        <p:nvCxnSpPr>
          <p:cNvPr id="8" name="Rechte verbindingslijn met pijl 7">
            <a:extLst>
              <a:ext uri="{FF2B5EF4-FFF2-40B4-BE49-F238E27FC236}">
                <a16:creationId xmlns:a16="http://schemas.microsoft.com/office/drawing/2014/main" id="{E201C756-25FE-4D21-B7F7-2D245FAE8ED1}"/>
              </a:ext>
            </a:extLst>
          </p:cNvPr>
          <p:cNvCxnSpPr>
            <a:cxnSpLocks/>
            <a:stCxn id="61" idx="0"/>
            <a:endCxn id="11" idx="2"/>
          </p:cNvCxnSpPr>
          <p:nvPr/>
        </p:nvCxnSpPr>
        <p:spPr>
          <a:xfrm flipH="1" flipV="1">
            <a:off x="3709114" y="2439336"/>
            <a:ext cx="2607704" cy="1972777"/>
          </a:xfrm>
          <a:prstGeom prst="straightConnector1">
            <a:avLst/>
          </a:prstGeom>
          <a:ln>
            <a:solidFill>
              <a:srgbClr val="007BA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Rechte verbindingslijn met pijl 18">
            <a:extLst>
              <a:ext uri="{FF2B5EF4-FFF2-40B4-BE49-F238E27FC236}">
                <a16:creationId xmlns:a16="http://schemas.microsoft.com/office/drawing/2014/main" id="{87D43FC2-EECC-4B7C-9DFD-A15D55A44D55}"/>
              </a:ext>
            </a:extLst>
          </p:cNvPr>
          <p:cNvCxnSpPr>
            <a:cxnSpLocks/>
            <a:stCxn id="12" idx="2"/>
            <a:endCxn id="61" idx="0"/>
          </p:cNvCxnSpPr>
          <p:nvPr/>
        </p:nvCxnSpPr>
        <p:spPr>
          <a:xfrm>
            <a:off x="6096001" y="2439336"/>
            <a:ext cx="220817" cy="1972777"/>
          </a:xfrm>
          <a:prstGeom prst="straightConnector1">
            <a:avLst/>
          </a:prstGeom>
          <a:ln>
            <a:solidFill>
              <a:srgbClr val="007BA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CF1CC714-F39B-4454-9F64-610B4BDB616B}"/>
              </a:ext>
            </a:extLst>
          </p:cNvPr>
          <p:cNvCxnSpPr>
            <a:cxnSpLocks/>
            <a:stCxn id="13" idx="2"/>
            <a:endCxn id="61" idx="0"/>
          </p:cNvCxnSpPr>
          <p:nvPr/>
        </p:nvCxnSpPr>
        <p:spPr>
          <a:xfrm flipH="1">
            <a:off x="6316818" y="2439336"/>
            <a:ext cx="2166069" cy="1972777"/>
          </a:xfrm>
          <a:prstGeom prst="straightConnector1">
            <a:avLst/>
          </a:prstGeom>
          <a:ln>
            <a:solidFill>
              <a:srgbClr val="007BA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Rechte verbindingslijn met pijl 24">
            <a:extLst>
              <a:ext uri="{FF2B5EF4-FFF2-40B4-BE49-F238E27FC236}">
                <a16:creationId xmlns:a16="http://schemas.microsoft.com/office/drawing/2014/main" id="{7CF06E75-DC37-4825-8B64-9D99B5F8CC8E}"/>
              </a:ext>
            </a:extLst>
          </p:cNvPr>
          <p:cNvCxnSpPr>
            <a:cxnSpLocks/>
            <a:stCxn id="6" idx="2"/>
            <a:endCxn id="61" idx="2"/>
          </p:cNvCxnSpPr>
          <p:nvPr/>
        </p:nvCxnSpPr>
        <p:spPr>
          <a:xfrm rot="5400000">
            <a:off x="7412042"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Rechte verbindingslijn met pijl 24">
            <a:extLst>
              <a:ext uri="{FF2B5EF4-FFF2-40B4-BE49-F238E27FC236}">
                <a16:creationId xmlns:a16="http://schemas.microsoft.com/office/drawing/2014/main" id="{2C8DB660-828F-4DA3-9E12-389F01834563}"/>
              </a:ext>
            </a:extLst>
          </p:cNvPr>
          <p:cNvCxnSpPr>
            <a:cxnSpLocks/>
            <a:stCxn id="61" idx="2"/>
            <a:endCxn id="62" idx="2"/>
          </p:cNvCxnSpPr>
          <p:nvPr/>
        </p:nvCxnSpPr>
        <p:spPr>
          <a:xfrm rot="5400000">
            <a:off x="5221595"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Rechte verbindingslijn met pijl 24">
            <a:extLst>
              <a:ext uri="{FF2B5EF4-FFF2-40B4-BE49-F238E27FC236}">
                <a16:creationId xmlns:a16="http://schemas.microsoft.com/office/drawing/2014/main" id="{185B3021-F8ED-4C23-8237-9480D2413A40}"/>
              </a:ext>
            </a:extLst>
          </p:cNvPr>
          <p:cNvCxnSpPr>
            <a:cxnSpLocks/>
            <a:stCxn id="63" idx="2"/>
            <a:endCxn id="61" idx="2"/>
          </p:cNvCxnSpPr>
          <p:nvPr/>
        </p:nvCxnSpPr>
        <p:spPr>
          <a:xfrm rot="16200000" flipH="1">
            <a:off x="4126371" y="3024740"/>
            <a:ext cx="12700" cy="4380894"/>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Rechte verbindingslijn met pijl 24">
            <a:extLst>
              <a:ext uri="{FF2B5EF4-FFF2-40B4-BE49-F238E27FC236}">
                <a16:creationId xmlns:a16="http://schemas.microsoft.com/office/drawing/2014/main" id="{005EF269-9889-42C2-BE46-8C1809FDBD27}"/>
              </a:ext>
            </a:extLst>
          </p:cNvPr>
          <p:cNvCxnSpPr>
            <a:cxnSpLocks/>
            <a:stCxn id="63" idx="2"/>
            <a:endCxn id="62" idx="2"/>
          </p:cNvCxnSpPr>
          <p:nvPr/>
        </p:nvCxnSpPr>
        <p:spPr>
          <a:xfrm rot="16200000" flipH="1">
            <a:off x="3031147" y="4119963"/>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Rechte verbindingslijn met pijl 36">
            <a:extLst>
              <a:ext uri="{FF2B5EF4-FFF2-40B4-BE49-F238E27FC236}">
                <a16:creationId xmlns:a16="http://schemas.microsoft.com/office/drawing/2014/main" id="{63106BA3-55D7-44FB-B407-A1FCC5E62716}"/>
              </a:ext>
            </a:extLst>
          </p:cNvPr>
          <p:cNvCxnSpPr>
            <a:cxnSpLocks/>
            <a:stCxn id="11" idx="2"/>
            <a:endCxn id="63" idx="0"/>
          </p:cNvCxnSpPr>
          <p:nvPr/>
        </p:nvCxnSpPr>
        <p:spPr>
          <a:xfrm flipH="1">
            <a:off x="1935924" y="2439336"/>
            <a:ext cx="1773190" cy="1972777"/>
          </a:xfrm>
          <a:prstGeom prst="straightConnector1">
            <a:avLst/>
          </a:prstGeom>
          <a:ln>
            <a:solidFill>
              <a:srgbClr val="E72A8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Rechte verbindingslijn met pijl 39">
            <a:extLst>
              <a:ext uri="{FF2B5EF4-FFF2-40B4-BE49-F238E27FC236}">
                <a16:creationId xmlns:a16="http://schemas.microsoft.com/office/drawing/2014/main" id="{AA060E77-9BF5-4694-AF7C-DBC4AD909D9D}"/>
              </a:ext>
            </a:extLst>
          </p:cNvPr>
          <p:cNvCxnSpPr>
            <a:cxnSpLocks/>
            <a:stCxn id="12" idx="2"/>
            <a:endCxn id="62" idx="0"/>
          </p:cNvCxnSpPr>
          <p:nvPr/>
        </p:nvCxnSpPr>
        <p:spPr>
          <a:xfrm flipH="1">
            <a:off x="4126371" y="2439336"/>
            <a:ext cx="1969630" cy="1972777"/>
          </a:xfrm>
          <a:prstGeom prst="straightConnector1">
            <a:avLst/>
          </a:prstGeom>
          <a:ln>
            <a:solidFill>
              <a:srgbClr val="F3D4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Rechte verbindingslijn met pijl 40">
            <a:extLst>
              <a:ext uri="{FF2B5EF4-FFF2-40B4-BE49-F238E27FC236}">
                <a16:creationId xmlns:a16="http://schemas.microsoft.com/office/drawing/2014/main" id="{6FD8E7AB-C2C2-42F7-92AA-7E3093A7B06F}"/>
              </a:ext>
            </a:extLst>
          </p:cNvPr>
          <p:cNvCxnSpPr>
            <a:cxnSpLocks/>
            <a:stCxn id="11" idx="2"/>
            <a:endCxn id="62" idx="0"/>
          </p:cNvCxnSpPr>
          <p:nvPr/>
        </p:nvCxnSpPr>
        <p:spPr>
          <a:xfrm>
            <a:off x="3709114" y="2439336"/>
            <a:ext cx="417257" cy="1972777"/>
          </a:xfrm>
          <a:prstGeom prst="straightConnector1">
            <a:avLst/>
          </a:prstGeom>
          <a:ln>
            <a:solidFill>
              <a:srgbClr val="F3D4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Rechte verbindingslijn met pijl 45">
            <a:extLst>
              <a:ext uri="{FF2B5EF4-FFF2-40B4-BE49-F238E27FC236}">
                <a16:creationId xmlns:a16="http://schemas.microsoft.com/office/drawing/2014/main" id="{EB24BE99-8B7C-472F-A64F-8AFBDA688257}"/>
              </a:ext>
            </a:extLst>
          </p:cNvPr>
          <p:cNvCxnSpPr>
            <a:cxnSpLocks/>
            <a:stCxn id="12" idx="2"/>
            <a:endCxn id="63" idx="0"/>
          </p:cNvCxnSpPr>
          <p:nvPr/>
        </p:nvCxnSpPr>
        <p:spPr>
          <a:xfrm flipH="1">
            <a:off x="1935924" y="2439336"/>
            <a:ext cx="4160077" cy="1972777"/>
          </a:xfrm>
          <a:prstGeom prst="straightConnector1">
            <a:avLst/>
          </a:prstGeom>
          <a:ln>
            <a:solidFill>
              <a:srgbClr val="E72A8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Rechte verbindingslijn met pijl 54">
            <a:extLst>
              <a:ext uri="{FF2B5EF4-FFF2-40B4-BE49-F238E27FC236}">
                <a16:creationId xmlns:a16="http://schemas.microsoft.com/office/drawing/2014/main" id="{F38BB750-8E0F-4693-90D8-DD291E708D74}"/>
              </a:ext>
            </a:extLst>
          </p:cNvPr>
          <p:cNvCxnSpPr>
            <a:cxnSpLocks/>
            <a:stCxn id="13" idx="2"/>
            <a:endCxn id="63" idx="0"/>
          </p:cNvCxnSpPr>
          <p:nvPr/>
        </p:nvCxnSpPr>
        <p:spPr>
          <a:xfrm flipH="1">
            <a:off x="1935924" y="2439336"/>
            <a:ext cx="6546963" cy="1972777"/>
          </a:xfrm>
          <a:prstGeom prst="straightConnector1">
            <a:avLst/>
          </a:prstGeom>
          <a:ln>
            <a:solidFill>
              <a:srgbClr val="E72A8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Rechte verbindingslijn met pijl 57">
            <a:extLst>
              <a:ext uri="{FF2B5EF4-FFF2-40B4-BE49-F238E27FC236}">
                <a16:creationId xmlns:a16="http://schemas.microsoft.com/office/drawing/2014/main" id="{F8AE9E30-74E6-4E95-972D-CD4DB118F818}"/>
              </a:ext>
            </a:extLst>
          </p:cNvPr>
          <p:cNvCxnSpPr>
            <a:cxnSpLocks/>
            <a:stCxn id="13" idx="2"/>
            <a:endCxn id="62" idx="0"/>
          </p:cNvCxnSpPr>
          <p:nvPr/>
        </p:nvCxnSpPr>
        <p:spPr>
          <a:xfrm flipH="1">
            <a:off x="4126371" y="2439336"/>
            <a:ext cx="4356516" cy="1972777"/>
          </a:xfrm>
          <a:prstGeom prst="straightConnector1">
            <a:avLst/>
          </a:prstGeom>
          <a:ln>
            <a:solidFill>
              <a:srgbClr val="F3D4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Rechthoek 60">
            <a:extLst>
              <a:ext uri="{FF2B5EF4-FFF2-40B4-BE49-F238E27FC236}">
                <a16:creationId xmlns:a16="http://schemas.microsoft.com/office/drawing/2014/main" id="{9F611AA7-9079-4959-8E1C-444103ED6384}"/>
              </a:ext>
            </a:extLst>
          </p:cNvPr>
          <p:cNvSpPr/>
          <p:nvPr/>
        </p:nvSpPr>
        <p:spPr>
          <a:xfrm>
            <a:off x="5440812"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Liander</a:t>
            </a:r>
            <a:endParaRPr lang="nl-NL" sz="1400"/>
          </a:p>
        </p:txBody>
      </p:sp>
      <p:sp>
        <p:nvSpPr>
          <p:cNvPr id="62" name="Rechthoek 61">
            <a:extLst>
              <a:ext uri="{FF2B5EF4-FFF2-40B4-BE49-F238E27FC236}">
                <a16:creationId xmlns:a16="http://schemas.microsoft.com/office/drawing/2014/main" id="{24235CD4-5F0D-4442-B319-06F8E7B5C296}"/>
              </a:ext>
            </a:extLst>
          </p:cNvPr>
          <p:cNvSpPr/>
          <p:nvPr/>
        </p:nvSpPr>
        <p:spPr>
          <a:xfrm>
            <a:off x="3250365"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Stedin</a:t>
            </a:r>
            <a:endParaRPr lang="nl-NL" sz="1400"/>
          </a:p>
        </p:txBody>
      </p:sp>
      <p:sp>
        <p:nvSpPr>
          <p:cNvPr id="63" name="Rechthoek 62">
            <a:extLst>
              <a:ext uri="{FF2B5EF4-FFF2-40B4-BE49-F238E27FC236}">
                <a16:creationId xmlns:a16="http://schemas.microsoft.com/office/drawing/2014/main" id="{B2136AD8-69ED-42A8-B16E-5AC8CD3C66FE}"/>
              </a:ext>
            </a:extLst>
          </p:cNvPr>
          <p:cNvSpPr/>
          <p:nvPr/>
        </p:nvSpPr>
        <p:spPr>
          <a:xfrm>
            <a:off x="1059918"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err="1"/>
              <a:t>Enexis</a:t>
            </a:r>
            <a:endParaRPr lang="nl-NL" sz="1400"/>
          </a:p>
        </p:txBody>
      </p:sp>
      <p:pic>
        <p:nvPicPr>
          <p:cNvPr id="64" name="Picture 4" descr="Stedin | Vergelijk energie van Stedin via Energiewijzer.nl">
            <a:extLst>
              <a:ext uri="{FF2B5EF4-FFF2-40B4-BE49-F238E27FC236}">
                <a16:creationId xmlns:a16="http://schemas.microsoft.com/office/drawing/2014/main" id="{E3B70E1F-881C-4055-8D63-4DFEC3A69E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26" t="2107" r="-2782" b="234"/>
          <a:stretch/>
        </p:blipFill>
        <p:spPr bwMode="auto">
          <a:xfrm>
            <a:off x="3307585" y="4699580"/>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Enexis - Wikipedia">
            <a:extLst>
              <a:ext uri="{FF2B5EF4-FFF2-40B4-BE49-F238E27FC236}">
                <a16:creationId xmlns:a16="http://schemas.microsoft.com/office/drawing/2014/main" id="{2CCB1178-35F2-49DC-A873-53E1F0BBC8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676" r="57344"/>
          <a:stretch/>
        </p:blipFill>
        <p:spPr bwMode="auto">
          <a:xfrm>
            <a:off x="1187777" y="4488707"/>
            <a:ext cx="430373" cy="643534"/>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 descr="Home - Liander Service">
            <a:extLst>
              <a:ext uri="{FF2B5EF4-FFF2-40B4-BE49-F238E27FC236}">
                <a16:creationId xmlns:a16="http://schemas.microsoft.com/office/drawing/2014/main" id="{1E1B71C7-964A-498A-B389-E495D9464F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7432" y="4706194"/>
            <a:ext cx="528567" cy="246182"/>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Rechte verbindingslijn met pijl 28">
            <a:extLst>
              <a:ext uri="{FF2B5EF4-FFF2-40B4-BE49-F238E27FC236}">
                <a16:creationId xmlns:a16="http://schemas.microsoft.com/office/drawing/2014/main" id="{228FBA7A-5B42-7451-AA1F-8FBAB0E321F5}"/>
              </a:ext>
            </a:extLst>
          </p:cNvPr>
          <p:cNvCxnSpPr>
            <a:cxnSpLocks/>
            <a:stCxn id="13" idx="2"/>
          </p:cNvCxnSpPr>
          <p:nvPr/>
        </p:nvCxnSpPr>
        <p:spPr>
          <a:xfrm flipH="1">
            <a:off x="8482886" y="2439336"/>
            <a:ext cx="1" cy="1979329"/>
          </a:xfrm>
          <a:prstGeom prst="straightConnector1">
            <a:avLst/>
          </a:prstGeom>
          <a:ln>
            <a:solidFill>
              <a:srgbClr val="92D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F83ADE6A-180E-A618-031C-10B4C2E546EE}"/>
              </a:ext>
            </a:extLst>
          </p:cNvPr>
          <p:cNvCxnSpPr>
            <a:cxnSpLocks/>
            <a:stCxn id="12" idx="2"/>
            <a:endCxn id="6" idx="0"/>
          </p:cNvCxnSpPr>
          <p:nvPr/>
        </p:nvCxnSpPr>
        <p:spPr>
          <a:xfrm>
            <a:off x="6096001" y="2439336"/>
            <a:ext cx="2411264" cy="1972777"/>
          </a:xfrm>
          <a:prstGeom prst="straightConnector1">
            <a:avLst/>
          </a:prstGeom>
          <a:ln>
            <a:solidFill>
              <a:srgbClr val="92D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Rechte verbindingslijn met pijl 32">
            <a:extLst>
              <a:ext uri="{FF2B5EF4-FFF2-40B4-BE49-F238E27FC236}">
                <a16:creationId xmlns:a16="http://schemas.microsoft.com/office/drawing/2014/main" id="{7A663BA0-79CF-D103-BE7A-5CF1D5689966}"/>
              </a:ext>
            </a:extLst>
          </p:cNvPr>
          <p:cNvCxnSpPr>
            <a:cxnSpLocks/>
            <a:stCxn id="11" idx="2"/>
            <a:endCxn id="6" idx="0"/>
          </p:cNvCxnSpPr>
          <p:nvPr/>
        </p:nvCxnSpPr>
        <p:spPr>
          <a:xfrm>
            <a:off x="3709114" y="2439336"/>
            <a:ext cx="4798151" cy="1972777"/>
          </a:xfrm>
          <a:prstGeom prst="straightConnector1">
            <a:avLst/>
          </a:prstGeom>
          <a:ln>
            <a:solidFill>
              <a:srgbClr val="92D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28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F128662-AEE7-47BB-AFDF-A4A4E2583073}"/>
              </a:ext>
            </a:extLst>
          </p:cNvPr>
          <p:cNvSpPr>
            <a:spLocks noGrp="1"/>
          </p:cNvSpPr>
          <p:nvPr>
            <p:ph type="title"/>
          </p:nvPr>
        </p:nvSpPr>
        <p:spPr/>
        <p:txBody>
          <a:bodyPr/>
          <a:lstStyle/>
          <a:p>
            <a:r>
              <a:rPr lang="nl-NL"/>
              <a:t>Gewenste Situatie in de Sector</a:t>
            </a:r>
          </a:p>
        </p:txBody>
      </p:sp>
      <p:sp>
        <p:nvSpPr>
          <p:cNvPr id="4" name="Tijdelijke aanduiding voor tekst 3">
            <a:extLst>
              <a:ext uri="{FF2B5EF4-FFF2-40B4-BE49-F238E27FC236}">
                <a16:creationId xmlns:a16="http://schemas.microsoft.com/office/drawing/2014/main" id="{7511603D-6D30-41CF-A63D-8487F19FAA2C}"/>
              </a:ext>
            </a:extLst>
          </p:cNvPr>
          <p:cNvSpPr>
            <a:spLocks noGrp="1"/>
          </p:cNvSpPr>
          <p:nvPr>
            <p:ph type="body" sz="quarter" idx="14"/>
          </p:nvPr>
        </p:nvSpPr>
        <p:spPr>
          <a:xfrm>
            <a:off x="496714" y="785902"/>
            <a:ext cx="10379833" cy="270790"/>
          </a:xfrm>
        </p:spPr>
        <p:txBody>
          <a:bodyPr/>
          <a:lstStyle/>
          <a:p>
            <a:pPr>
              <a:lnSpc>
                <a:spcPct val="100000"/>
              </a:lnSpc>
            </a:pPr>
            <a:r>
              <a:rPr lang="nl-NL" dirty="0"/>
              <a:t>D.m.v. een gemeenschappelijke informatiestandaard en broker een sector </a:t>
            </a:r>
          </a:p>
          <a:p>
            <a:pPr>
              <a:lnSpc>
                <a:spcPct val="100000"/>
              </a:lnSpc>
            </a:pPr>
            <a:r>
              <a:rPr lang="nl-NL" dirty="0"/>
              <a:t>standaard inrichten met ruimte voor eigen vormgeving voor aannemers en netbeheerders</a:t>
            </a:r>
          </a:p>
        </p:txBody>
      </p:sp>
      <p:sp>
        <p:nvSpPr>
          <p:cNvPr id="5" name="Tijdelijke aanduiding voor dianummer 4">
            <a:extLst>
              <a:ext uri="{FF2B5EF4-FFF2-40B4-BE49-F238E27FC236}">
                <a16:creationId xmlns:a16="http://schemas.microsoft.com/office/drawing/2014/main" id="{71EBEA0A-EC4E-4FC2-B8D6-EF6F59FC7AE7}"/>
              </a:ext>
            </a:extLst>
          </p:cNvPr>
          <p:cNvSpPr>
            <a:spLocks noGrp="1"/>
          </p:cNvSpPr>
          <p:nvPr>
            <p:ph type="sldNum" sz="quarter" idx="12"/>
          </p:nvPr>
        </p:nvSpPr>
        <p:spPr/>
        <p:txBody>
          <a:bodyPr/>
          <a:lstStyle/>
          <a:p>
            <a:fld id="{55B2A88A-B7BD-41B1-9FCB-9BE633251ACA}" type="slidenum">
              <a:rPr lang="nl-NL" noProof="0" smtClean="0"/>
              <a:t>4</a:t>
            </a:fld>
            <a:endParaRPr lang="nl-NL" noProof="0"/>
          </a:p>
        </p:txBody>
      </p:sp>
      <p:sp>
        <p:nvSpPr>
          <p:cNvPr id="6" name="Rechthoek 5">
            <a:extLst>
              <a:ext uri="{FF2B5EF4-FFF2-40B4-BE49-F238E27FC236}">
                <a16:creationId xmlns:a16="http://schemas.microsoft.com/office/drawing/2014/main" id="{F42592F5-1BFD-474E-925F-ED9BFCCB2C9F}"/>
              </a:ext>
            </a:extLst>
          </p:cNvPr>
          <p:cNvSpPr/>
          <p:nvPr/>
        </p:nvSpPr>
        <p:spPr>
          <a:xfrm>
            <a:off x="7631259" y="4412113"/>
            <a:ext cx="1752011" cy="803074"/>
          </a:xfrm>
          <a:prstGeom prst="rect">
            <a:avLst/>
          </a:prstGeom>
          <a:ln/>
        </p:spPr>
        <p:style>
          <a:lnRef idx="2">
            <a:schemeClr val="accent2"/>
          </a:lnRef>
          <a:fillRef idx="1">
            <a:schemeClr val="lt1"/>
          </a:fillRef>
          <a:effectRef idx="0">
            <a:schemeClr val="accent2"/>
          </a:effectRef>
          <a:fontRef idx="minor">
            <a:schemeClr val="dk1"/>
          </a:fontRef>
        </p:style>
        <p:txBody>
          <a:bodyPr lIns="108000" tIns="108000" rIns="108000" bIns="108000" rtlCol="0" anchor="ctr"/>
          <a:lstStyle/>
          <a:p>
            <a:pPr algn="ctr"/>
            <a:r>
              <a:rPr lang="nl-NL" sz="1400"/>
              <a:t>Waterbedrijven</a:t>
            </a:r>
          </a:p>
        </p:txBody>
      </p:sp>
      <p:sp>
        <p:nvSpPr>
          <p:cNvPr id="8" name="Rechthoek 7">
            <a:extLst>
              <a:ext uri="{FF2B5EF4-FFF2-40B4-BE49-F238E27FC236}">
                <a16:creationId xmlns:a16="http://schemas.microsoft.com/office/drawing/2014/main" id="{36A08298-7EB4-47D2-AE31-30490F8DB855}"/>
              </a:ext>
            </a:extLst>
          </p:cNvPr>
          <p:cNvSpPr/>
          <p:nvPr/>
        </p:nvSpPr>
        <p:spPr>
          <a:xfrm>
            <a:off x="2064178"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A</a:t>
            </a:r>
          </a:p>
        </p:txBody>
      </p:sp>
      <p:sp>
        <p:nvSpPr>
          <p:cNvPr id="9" name="Rechthoek 8">
            <a:extLst>
              <a:ext uri="{FF2B5EF4-FFF2-40B4-BE49-F238E27FC236}">
                <a16:creationId xmlns:a16="http://schemas.microsoft.com/office/drawing/2014/main" id="{E4E80DDB-914E-46B1-B16A-C0A92E6EC6F5}"/>
              </a:ext>
            </a:extLst>
          </p:cNvPr>
          <p:cNvSpPr/>
          <p:nvPr/>
        </p:nvSpPr>
        <p:spPr>
          <a:xfrm>
            <a:off x="4451065"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B</a:t>
            </a:r>
          </a:p>
        </p:txBody>
      </p:sp>
      <p:sp>
        <p:nvSpPr>
          <p:cNvPr id="10" name="Rechthoek 9">
            <a:extLst>
              <a:ext uri="{FF2B5EF4-FFF2-40B4-BE49-F238E27FC236}">
                <a16:creationId xmlns:a16="http://schemas.microsoft.com/office/drawing/2014/main" id="{95AAEBE2-5FD4-453C-BAE7-833B01AFD0EE}"/>
              </a:ext>
            </a:extLst>
          </p:cNvPr>
          <p:cNvSpPr/>
          <p:nvPr/>
        </p:nvSpPr>
        <p:spPr>
          <a:xfrm>
            <a:off x="6837951" y="1636262"/>
            <a:ext cx="1752011" cy="803074"/>
          </a:xfrm>
          <a:prstGeom prst="rect">
            <a:avLst/>
          </a:prstGeom>
          <a:ln/>
        </p:spPr>
        <p:style>
          <a:lnRef idx="2">
            <a:schemeClr val="accent4"/>
          </a:lnRef>
          <a:fillRef idx="1">
            <a:schemeClr val="lt1"/>
          </a:fillRef>
          <a:effectRef idx="0">
            <a:schemeClr val="accent4"/>
          </a:effectRef>
          <a:fontRef idx="minor">
            <a:schemeClr val="dk1"/>
          </a:fontRef>
        </p:style>
        <p:txBody>
          <a:bodyPr lIns="108000" tIns="108000" rIns="108000" bIns="108000" rtlCol="0" anchor="ctr"/>
          <a:lstStyle/>
          <a:p>
            <a:pPr algn="ctr"/>
            <a:r>
              <a:rPr lang="nl-NL" sz="1400"/>
              <a:t>Aannemer C</a:t>
            </a:r>
          </a:p>
        </p:txBody>
      </p:sp>
      <p:cxnSp>
        <p:nvCxnSpPr>
          <p:cNvPr id="12" name="Rechte verbindingslijn met pijl 11">
            <a:extLst>
              <a:ext uri="{FF2B5EF4-FFF2-40B4-BE49-F238E27FC236}">
                <a16:creationId xmlns:a16="http://schemas.microsoft.com/office/drawing/2014/main" id="{97EEC1EF-28FA-4EC1-BD3B-6EC16467CAFF}"/>
              </a:ext>
            </a:extLst>
          </p:cNvPr>
          <p:cNvCxnSpPr>
            <a:cxnSpLocks/>
            <a:stCxn id="9" idx="2"/>
          </p:cNvCxnSpPr>
          <p:nvPr/>
        </p:nvCxnSpPr>
        <p:spPr>
          <a:xfrm>
            <a:off x="5327071"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Rechte verbindingslijn met pijl 24">
            <a:extLst>
              <a:ext uri="{FF2B5EF4-FFF2-40B4-BE49-F238E27FC236}">
                <a16:creationId xmlns:a16="http://schemas.microsoft.com/office/drawing/2014/main" id="{39CF324D-B100-45EA-93BA-7F95D2DF6D64}"/>
              </a:ext>
            </a:extLst>
          </p:cNvPr>
          <p:cNvCxnSpPr>
            <a:cxnSpLocks/>
            <a:stCxn id="6" idx="2"/>
            <a:endCxn id="24" idx="2"/>
          </p:cNvCxnSpPr>
          <p:nvPr/>
        </p:nvCxnSpPr>
        <p:spPr>
          <a:xfrm rot="5400000">
            <a:off x="7412042"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Rechte verbindingslijn met pijl 24">
            <a:extLst>
              <a:ext uri="{FF2B5EF4-FFF2-40B4-BE49-F238E27FC236}">
                <a16:creationId xmlns:a16="http://schemas.microsoft.com/office/drawing/2014/main" id="{24F08296-F183-4EDD-9C16-66D23798CB9C}"/>
              </a:ext>
            </a:extLst>
          </p:cNvPr>
          <p:cNvCxnSpPr>
            <a:cxnSpLocks/>
            <a:stCxn id="24" idx="2"/>
            <a:endCxn id="25" idx="2"/>
          </p:cNvCxnSpPr>
          <p:nvPr/>
        </p:nvCxnSpPr>
        <p:spPr>
          <a:xfrm rot="5400000">
            <a:off x="5221595" y="4119964"/>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24">
            <a:extLst>
              <a:ext uri="{FF2B5EF4-FFF2-40B4-BE49-F238E27FC236}">
                <a16:creationId xmlns:a16="http://schemas.microsoft.com/office/drawing/2014/main" id="{B1BDD62B-CCCE-48D7-9F8F-3A82E9F6AA0D}"/>
              </a:ext>
            </a:extLst>
          </p:cNvPr>
          <p:cNvCxnSpPr>
            <a:cxnSpLocks/>
            <a:stCxn id="26" idx="2"/>
            <a:endCxn id="25" idx="2"/>
          </p:cNvCxnSpPr>
          <p:nvPr/>
        </p:nvCxnSpPr>
        <p:spPr>
          <a:xfrm rot="16200000" flipH="1">
            <a:off x="3031147" y="4119963"/>
            <a:ext cx="12700" cy="2190447"/>
          </a:xfrm>
          <a:prstGeom prst="bentConnector3">
            <a:avLst>
              <a:gd name="adj1" fmla="val 1800000"/>
            </a:avLst>
          </a:prstGeom>
          <a:ln>
            <a:solidFill>
              <a:schemeClr val="accent5"/>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Rechte verbindingslijn met pijl 17">
            <a:extLst>
              <a:ext uri="{FF2B5EF4-FFF2-40B4-BE49-F238E27FC236}">
                <a16:creationId xmlns:a16="http://schemas.microsoft.com/office/drawing/2014/main" id="{BD5D8592-2DF8-44B4-9961-46D34BDCC502}"/>
              </a:ext>
            </a:extLst>
          </p:cNvPr>
          <p:cNvCxnSpPr>
            <a:cxnSpLocks/>
            <a:stCxn id="8" idx="2"/>
          </p:cNvCxnSpPr>
          <p:nvPr/>
        </p:nvCxnSpPr>
        <p:spPr>
          <a:xfrm>
            <a:off x="2940184"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Rechte verbindingslijn met pijl 18">
            <a:extLst>
              <a:ext uri="{FF2B5EF4-FFF2-40B4-BE49-F238E27FC236}">
                <a16:creationId xmlns:a16="http://schemas.microsoft.com/office/drawing/2014/main" id="{60499EA3-F2AE-44DE-AB35-F278806FB3AF}"/>
              </a:ext>
            </a:extLst>
          </p:cNvPr>
          <p:cNvCxnSpPr>
            <a:cxnSpLocks/>
            <a:endCxn id="25" idx="0"/>
          </p:cNvCxnSpPr>
          <p:nvPr/>
        </p:nvCxnSpPr>
        <p:spPr>
          <a:xfrm flipH="1">
            <a:off x="4126371" y="3825781"/>
            <a:ext cx="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Rechte verbindingslijn met pijl 20">
            <a:extLst>
              <a:ext uri="{FF2B5EF4-FFF2-40B4-BE49-F238E27FC236}">
                <a16:creationId xmlns:a16="http://schemas.microsoft.com/office/drawing/2014/main" id="{C31E2D54-BE01-4104-B718-5BA9F6595A48}"/>
              </a:ext>
            </a:extLst>
          </p:cNvPr>
          <p:cNvCxnSpPr>
            <a:cxnSpLocks/>
            <a:endCxn id="26" idx="0"/>
          </p:cNvCxnSpPr>
          <p:nvPr/>
        </p:nvCxnSpPr>
        <p:spPr>
          <a:xfrm flipH="1">
            <a:off x="1935924" y="3825781"/>
            <a:ext cx="6349"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154E4260-94EE-4BE3-987C-F0F8B169BAA3}"/>
              </a:ext>
            </a:extLst>
          </p:cNvPr>
          <p:cNvCxnSpPr>
            <a:cxnSpLocks/>
            <a:stCxn id="10" idx="2"/>
          </p:cNvCxnSpPr>
          <p:nvPr/>
        </p:nvCxnSpPr>
        <p:spPr>
          <a:xfrm>
            <a:off x="7713957" y="2439336"/>
            <a:ext cx="0" cy="803075"/>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Rechthoek 23">
            <a:extLst>
              <a:ext uri="{FF2B5EF4-FFF2-40B4-BE49-F238E27FC236}">
                <a16:creationId xmlns:a16="http://schemas.microsoft.com/office/drawing/2014/main" id="{00402963-F1B8-4DBE-9C62-B522F38D0FBA}"/>
              </a:ext>
            </a:extLst>
          </p:cNvPr>
          <p:cNvSpPr/>
          <p:nvPr/>
        </p:nvSpPr>
        <p:spPr>
          <a:xfrm>
            <a:off x="5440812"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Liander</a:t>
            </a:r>
            <a:endParaRPr lang="nl-NL" sz="1400"/>
          </a:p>
        </p:txBody>
      </p:sp>
      <p:sp>
        <p:nvSpPr>
          <p:cNvPr id="25" name="Rechthoek 24">
            <a:extLst>
              <a:ext uri="{FF2B5EF4-FFF2-40B4-BE49-F238E27FC236}">
                <a16:creationId xmlns:a16="http://schemas.microsoft.com/office/drawing/2014/main" id="{73892F95-CA5F-4273-90F0-AA489CE989EA}"/>
              </a:ext>
            </a:extLst>
          </p:cNvPr>
          <p:cNvSpPr/>
          <p:nvPr/>
        </p:nvSpPr>
        <p:spPr>
          <a:xfrm>
            <a:off x="3250365"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a:t>              </a:t>
            </a:r>
            <a:r>
              <a:rPr lang="nl-NL" sz="1400" err="1"/>
              <a:t>Stedin</a:t>
            </a:r>
            <a:endParaRPr lang="nl-NL" sz="1400"/>
          </a:p>
        </p:txBody>
      </p:sp>
      <p:sp>
        <p:nvSpPr>
          <p:cNvPr id="26" name="Rechthoek 25">
            <a:extLst>
              <a:ext uri="{FF2B5EF4-FFF2-40B4-BE49-F238E27FC236}">
                <a16:creationId xmlns:a16="http://schemas.microsoft.com/office/drawing/2014/main" id="{D2D0C775-A5B7-44B4-B00F-A7A551A38B8F}"/>
              </a:ext>
            </a:extLst>
          </p:cNvPr>
          <p:cNvSpPr/>
          <p:nvPr/>
        </p:nvSpPr>
        <p:spPr>
          <a:xfrm>
            <a:off x="1059918" y="4412113"/>
            <a:ext cx="1752011" cy="803074"/>
          </a:xfrm>
          <a:prstGeom prst="rect">
            <a:avLst/>
          </a:prstGeom>
          <a:ln/>
        </p:spPr>
        <p:style>
          <a:lnRef idx="2">
            <a:schemeClr val="accent1"/>
          </a:lnRef>
          <a:fillRef idx="1">
            <a:schemeClr val="lt1"/>
          </a:fillRef>
          <a:effectRef idx="0">
            <a:schemeClr val="accent1"/>
          </a:effectRef>
          <a:fontRef idx="minor">
            <a:schemeClr val="dk1"/>
          </a:fontRef>
        </p:style>
        <p:txBody>
          <a:bodyPr lIns="108000" tIns="108000" rIns="108000" bIns="108000" rtlCol="0" anchor="ctr"/>
          <a:lstStyle/>
          <a:p>
            <a:pPr algn="ctr"/>
            <a:r>
              <a:rPr lang="nl-NL" sz="1400" err="1"/>
              <a:t>Enexis</a:t>
            </a:r>
            <a:endParaRPr lang="nl-NL" sz="1400"/>
          </a:p>
        </p:txBody>
      </p:sp>
      <p:pic>
        <p:nvPicPr>
          <p:cNvPr id="27" name="Picture 4" descr="Stedin | Vergelijk energie van Stedin via Energiewijzer.nl">
            <a:extLst>
              <a:ext uri="{FF2B5EF4-FFF2-40B4-BE49-F238E27FC236}">
                <a16:creationId xmlns:a16="http://schemas.microsoft.com/office/drawing/2014/main" id="{EFD20207-51CC-4D20-BF3D-7BB8DBBBAE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26" t="2107" r="-2782" b="234"/>
          <a:stretch/>
        </p:blipFill>
        <p:spPr bwMode="auto">
          <a:xfrm>
            <a:off x="3307585" y="4699580"/>
            <a:ext cx="795885" cy="24552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Enexis - Wikipedia">
            <a:extLst>
              <a:ext uri="{FF2B5EF4-FFF2-40B4-BE49-F238E27FC236}">
                <a16:creationId xmlns:a16="http://schemas.microsoft.com/office/drawing/2014/main" id="{45111148-A028-4BA0-BE30-C79F2515CF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76" r="57344"/>
          <a:stretch/>
        </p:blipFill>
        <p:spPr bwMode="auto">
          <a:xfrm>
            <a:off x="1187777" y="4488707"/>
            <a:ext cx="430373" cy="64353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descr="Home - Liander Service">
            <a:extLst>
              <a:ext uri="{FF2B5EF4-FFF2-40B4-BE49-F238E27FC236}">
                <a16:creationId xmlns:a16="http://schemas.microsoft.com/office/drawing/2014/main" id="{3B7890A2-CDAD-4442-9200-313322B93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7432" y="4706194"/>
            <a:ext cx="528567" cy="246182"/>
          </a:xfrm>
          <a:prstGeom prst="rect">
            <a:avLst/>
          </a:prstGeom>
          <a:noFill/>
          <a:extLst>
            <a:ext uri="{909E8E84-426E-40DD-AFC4-6F175D3DCCD1}">
              <a14:hiddenFill xmlns:a14="http://schemas.microsoft.com/office/drawing/2010/main">
                <a:solidFill>
                  <a:srgbClr val="FFFFFF"/>
                </a:solidFill>
              </a14:hiddenFill>
            </a:ext>
          </a:extLst>
        </p:spPr>
      </p:pic>
      <p:sp>
        <p:nvSpPr>
          <p:cNvPr id="30" name="Rechthoek 29">
            <a:extLst>
              <a:ext uri="{FF2B5EF4-FFF2-40B4-BE49-F238E27FC236}">
                <a16:creationId xmlns:a16="http://schemas.microsoft.com/office/drawing/2014/main" id="{95D0155F-86A2-43F2-9FB0-2A0A13095508}"/>
              </a:ext>
            </a:extLst>
          </p:cNvPr>
          <p:cNvSpPr/>
          <p:nvPr/>
        </p:nvSpPr>
        <p:spPr>
          <a:xfrm>
            <a:off x="1059917" y="3242411"/>
            <a:ext cx="8298975" cy="583370"/>
          </a:xfrm>
          <a:prstGeom prst="rect">
            <a:avLst/>
          </a:prstGeom>
          <a:solidFill>
            <a:schemeClr val="accent1">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nl-NL" sz="1400"/>
              <a:t>Gemeenschappelijke informatie standaard en broker voor informatie-uitwisseling</a:t>
            </a:r>
          </a:p>
        </p:txBody>
      </p:sp>
      <p:cxnSp>
        <p:nvCxnSpPr>
          <p:cNvPr id="40" name="Rechte verbindingslijn met pijl 39">
            <a:extLst>
              <a:ext uri="{FF2B5EF4-FFF2-40B4-BE49-F238E27FC236}">
                <a16:creationId xmlns:a16="http://schemas.microsoft.com/office/drawing/2014/main" id="{36E8E84C-107F-49CC-A84A-A4B28BAC7707}"/>
              </a:ext>
            </a:extLst>
          </p:cNvPr>
          <p:cNvCxnSpPr>
            <a:cxnSpLocks/>
            <a:endCxn id="6" idx="0"/>
          </p:cNvCxnSpPr>
          <p:nvPr/>
        </p:nvCxnSpPr>
        <p:spPr>
          <a:xfrm flipH="1">
            <a:off x="8507265" y="3825781"/>
            <a:ext cx="635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Rechte verbindingslijn met pijl 31">
            <a:extLst>
              <a:ext uri="{FF2B5EF4-FFF2-40B4-BE49-F238E27FC236}">
                <a16:creationId xmlns:a16="http://schemas.microsoft.com/office/drawing/2014/main" id="{095812A3-F5FE-8E87-F246-5AACAB331648}"/>
              </a:ext>
            </a:extLst>
          </p:cNvPr>
          <p:cNvCxnSpPr>
            <a:cxnSpLocks/>
          </p:cNvCxnSpPr>
          <p:nvPr/>
        </p:nvCxnSpPr>
        <p:spPr>
          <a:xfrm flipH="1">
            <a:off x="6301231" y="3825781"/>
            <a:ext cx="6350" cy="586332"/>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492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C833B5-DE29-0D09-3A6F-AA49EB4207A3}"/>
              </a:ext>
            </a:extLst>
          </p:cNvPr>
          <p:cNvSpPr>
            <a:spLocks noGrp="1"/>
          </p:cNvSpPr>
          <p:nvPr>
            <p:ph type="title"/>
          </p:nvPr>
        </p:nvSpPr>
        <p:spPr/>
        <p:txBody>
          <a:bodyPr/>
          <a:lstStyle/>
          <a:p>
            <a:r>
              <a:rPr lang="nl-NL" dirty="0"/>
              <a:t>Vergelijking beschikbare standaarden </a:t>
            </a:r>
          </a:p>
        </p:txBody>
      </p:sp>
      <p:sp>
        <p:nvSpPr>
          <p:cNvPr id="4" name="Text Placeholder 3">
            <a:extLst>
              <a:ext uri="{FF2B5EF4-FFF2-40B4-BE49-F238E27FC236}">
                <a16:creationId xmlns:a16="http://schemas.microsoft.com/office/drawing/2014/main" id="{2F4B42CA-E730-B53D-0492-CAC7DF6C8A81}"/>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20C1E3A-AA27-7591-9BAE-BF943E347365}"/>
              </a:ext>
            </a:extLst>
          </p:cNvPr>
          <p:cNvSpPr>
            <a:spLocks noGrp="1"/>
          </p:cNvSpPr>
          <p:nvPr>
            <p:ph type="sldNum" sz="quarter" idx="12"/>
          </p:nvPr>
        </p:nvSpPr>
        <p:spPr/>
        <p:txBody>
          <a:bodyPr/>
          <a:lstStyle/>
          <a:p>
            <a:fld id="{55B2A88A-B7BD-41B1-9FCB-9BE633251ACA}" type="slidenum">
              <a:rPr lang="nl-NL" noProof="0" smtClean="0"/>
              <a:t>5</a:t>
            </a:fld>
            <a:endParaRPr lang="nl-NL" noProof="0"/>
          </a:p>
        </p:txBody>
      </p:sp>
      <p:graphicFrame>
        <p:nvGraphicFramePr>
          <p:cNvPr id="6" name="Table 6">
            <a:extLst>
              <a:ext uri="{FF2B5EF4-FFF2-40B4-BE49-F238E27FC236}">
                <a16:creationId xmlns:a16="http://schemas.microsoft.com/office/drawing/2014/main" id="{7CA2E920-8F21-8871-D688-F62A136C9B16}"/>
              </a:ext>
            </a:extLst>
          </p:cNvPr>
          <p:cNvGraphicFramePr>
            <a:graphicFrameLocks noGrp="1"/>
          </p:cNvGraphicFramePr>
          <p:nvPr/>
        </p:nvGraphicFramePr>
        <p:xfrm>
          <a:off x="480242" y="1265705"/>
          <a:ext cx="10917256" cy="3635051"/>
        </p:xfrm>
        <a:graphic>
          <a:graphicData uri="http://schemas.openxmlformats.org/drawingml/2006/table">
            <a:tbl>
              <a:tblPr firstRow="1" bandRow="1">
                <a:tableStyleId>{5C22544A-7EE6-4342-B048-85BDC9FD1C3A}</a:tableStyleId>
              </a:tblPr>
              <a:tblGrid>
                <a:gridCol w="4737472">
                  <a:extLst>
                    <a:ext uri="{9D8B030D-6E8A-4147-A177-3AD203B41FA5}">
                      <a16:colId xmlns:a16="http://schemas.microsoft.com/office/drawing/2014/main" val="4162033293"/>
                    </a:ext>
                  </a:extLst>
                </a:gridCol>
                <a:gridCol w="1919806">
                  <a:extLst>
                    <a:ext uri="{9D8B030D-6E8A-4147-A177-3AD203B41FA5}">
                      <a16:colId xmlns:a16="http://schemas.microsoft.com/office/drawing/2014/main" val="742753932"/>
                    </a:ext>
                  </a:extLst>
                </a:gridCol>
                <a:gridCol w="1958810">
                  <a:extLst>
                    <a:ext uri="{9D8B030D-6E8A-4147-A177-3AD203B41FA5}">
                      <a16:colId xmlns:a16="http://schemas.microsoft.com/office/drawing/2014/main" val="1717728749"/>
                    </a:ext>
                  </a:extLst>
                </a:gridCol>
                <a:gridCol w="2301168">
                  <a:extLst>
                    <a:ext uri="{9D8B030D-6E8A-4147-A177-3AD203B41FA5}">
                      <a16:colId xmlns:a16="http://schemas.microsoft.com/office/drawing/2014/main" val="3401071710"/>
                    </a:ext>
                  </a:extLst>
                </a:gridCol>
              </a:tblGrid>
              <a:tr h="564397">
                <a:tc>
                  <a:txBody>
                    <a:bodyPr/>
                    <a:lstStyle/>
                    <a:p>
                      <a:r>
                        <a:rPr lang="nl-NL" sz="2400" dirty="0"/>
                        <a:t>Criterium</a:t>
                      </a:r>
                    </a:p>
                  </a:txBody>
                  <a:tcPr/>
                </a:tc>
                <a:tc>
                  <a:txBody>
                    <a:bodyPr/>
                    <a:lstStyle/>
                    <a:p>
                      <a:r>
                        <a:rPr lang="nl-NL" sz="2400" dirty="0"/>
                        <a:t>NLCS</a:t>
                      </a:r>
                    </a:p>
                  </a:txBody>
                  <a:tcPr/>
                </a:tc>
                <a:tc>
                  <a:txBody>
                    <a:bodyPr/>
                    <a:lstStyle/>
                    <a:p>
                      <a:r>
                        <a:rPr lang="nl-NL" sz="2400" dirty="0"/>
                        <a:t>IMKL</a:t>
                      </a:r>
                    </a:p>
                  </a:txBody>
                  <a:tcPr/>
                </a:tc>
                <a:tc>
                  <a:txBody>
                    <a:bodyPr/>
                    <a:lstStyle/>
                    <a:p>
                      <a:r>
                        <a:rPr lang="nl-NL" sz="2400" dirty="0"/>
                        <a:t>NLCS++*</a:t>
                      </a:r>
                    </a:p>
                  </a:txBody>
                  <a:tcPr/>
                </a:tc>
                <a:extLst>
                  <a:ext uri="{0D108BD9-81ED-4DB2-BD59-A6C34878D82A}">
                    <a16:rowId xmlns:a16="http://schemas.microsoft.com/office/drawing/2014/main" val="1134012692"/>
                  </a:ext>
                </a:extLst>
              </a:tr>
              <a:tr h="731085">
                <a:tc>
                  <a:txBody>
                    <a:bodyPr/>
                    <a:lstStyle/>
                    <a:p>
                      <a:r>
                        <a:rPr lang="nl-NL" sz="2400" dirty="0"/>
                        <a:t>Beschikbaarheid editing tools voor dit formaat</a:t>
                      </a:r>
                    </a:p>
                  </a:txBody>
                  <a:tcPr/>
                </a:tc>
                <a:tc>
                  <a:txBody>
                    <a:bodyPr/>
                    <a:lstStyle/>
                    <a:p>
                      <a:r>
                        <a:rPr lang="nl-NL" sz="2400" dirty="0"/>
                        <a:t>++</a:t>
                      </a:r>
                    </a:p>
                  </a:txBody>
                  <a:tcPr/>
                </a:tc>
                <a:tc>
                  <a:txBody>
                    <a:bodyPr/>
                    <a:lstStyle/>
                    <a:p>
                      <a:r>
                        <a:rPr lang="nl-NL" sz="2400" dirty="0"/>
                        <a:t>--</a:t>
                      </a:r>
                    </a:p>
                  </a:txBody>
                  <a:tcPr/>
                </a:tc>
                <a:tc>
                  <a:txBody>
                    <a:bodyPr/>
                    <a:lstStyle/>
                    <a:p>
                      <a:r>
                        <a:rPr lang="nl-NL" sz="2400" dirty="0"/>
                        <a:t>+</a:t>
                      </a:r>
                    </a:p>
                  </a:txBody>
                  <a:tcPr/>
                </a:tc>
                <a:extLst>
                  <a:ext uri="{0D108BD9-81ED-4DB2-BD59-A6C34878D82A}">
                    <a16:rowId xmlns:a16="http://schemas.microsoft.com/office/drawing/2014/main" val="1167780838"/>
                  </a:ext>
                </a:extLst>
              </a:tr>
              <a:tr h="667382">
                <a:tc>
                  <a:txBody>
                    <a:bodyPr/>
                    <a:lstStyle/>
                    <a:p>
                      <a:r>
                        <a:rPr lang="nl-NL" sz="2400" dirty="0"/>
                        <a:t>Ondersteunt attribuutdata</a:t>
                      </a:r>
                    </a:p>
                  </a:txBody>
                  <a:tcPr/>
                </a:tc>
                <a:tc>
                  <a:txBody>
                    <a:bodyPr/>
                    <a:lstStyle/>
                    <a:p>
                      <a:r>
                        <a:rPr lang="nl-NL" sz="2400" dirty="0"/>
                        <a:t>-</a:t>
                      </a:r>
                    </a:p>
                  </a:txBody>
                  <a:tcPr/>
                </a:tc>
                <a:tc>
                  <a:txBody>
                    <a:bodyPr/>
                    <a:lstStyle/>
                    <a:p>
                      <a:r>
                        <a:rPr lang="nl-NL" sz="2400" dirty="0"/>
                        <a:t>+</a:t>
                      </a:r>
                    </a:p>
                  </a:txBody>
                  <a:tcPr/>
                </a:tc>
                <a:tc>
                  <a:txBody>
                    <a:bodyPr/>
                    <a:lstStyle/>
                    <a:p>
                      <a:r>
                        <a:rPr lang="nl-NL" sz="2400" dirty="0"/>
                        <a:t>++</a:t>
                      </a:r>
                    </a:p>
                  </a:txBody>
                  <a:tcPr/>
                </a:tc>
                <a:extLst>
                  <a:ext uri="{0D108BD9-81ED-4DB2-BD59-A6C34878D82A}">
                    <a16:rowId xmlns:a16="http://schemas.microsoft.com/office/drawing/2014/main" val="3244282998"/>
                  </a:ext>
                </a:extLst>
              </a:tr>
              <a:tr h="564397">
                <a:tc>
                  <a:txBody>
                    <a:bodyPr/>
                    <a:lstStyle/>
                    <a:p>
                      <a:r>
                        <a:rPr lang="nl-NL" sz="2400" dirty="0"/>
                        <a:t>Complexiteit formaat/XSD**</a:t>
                      </a:r>
                    </a:p>
                  </a:txBody>
                  <a:tcPr/>
                </a:tc>
                <a:tc>
                  <a:txBody>
                    <a:bodyPr/>
                    <a:lstStyle/>
                    <a:p>
                      <a:r>
                        <a:rPr lang="nl-NL" sz="2400" dirty="0"/>
                        <a:t>+</a:t>
                      </a:r>
                    </a:p>
                  </a:txBody>
                  <a:tcPr/>
                </a:tc>
                <a:tc>
                  <a:txBody>
                    <a:bodyPr/>
                    <a:lstStyle/>
                    <a:p>
                      <a:r>
                        <a:rPr lang="nl-NL" sz="2400" dirty="0"/>
                        <a:t>-</a:t>
                      </a:r>
                    </a:p>
                  </a:txBody>
                  <a:tcPr/>
                </a:tc>
                <a:tc>
                  <a:txBody>
                    <a:bodyPr/>
                    <a:lstStyle/>
                    <a:p>
                      <a:r>
                        <a:rPr lang="nl-NL" sz="2400" dirty="0"/>
                        <a:t>+</a:t>
                      </a:r>
                    </a:p>
                  </a:txBody>
                  <a:tcPr/>
                </a:tc>
                <a:extLst>
                  <a:ext uri="{0D108BD9-81ED-4DB2-BD59-A6C34878D82A}">
                    <a16:rowId xmlns:a16="http://schemas.microsoft.com/office/drawing/2014/main" val="1268493003"/>
                  </a:ext>
                </a:extLst>
              </a:tr>
              <a:tr h="1015915">
                <a:tc>
                  <a:txBody>
                    <a:bodyPr/>
                    <a:lstStyle/>
                    <a:p>
                      <a:r>
                        <a:rPr lang="nl-NL" sz="2400" dirty="0"/>
                        <a:t>Ontworpen voor dit doel: uitwisseling ontwerp/revisie</a:t>
                      </a:r>
                    </a:p>
                  </a:txBody>
                  <a:tcPr/>
                </a:tc>
                <a:tc>
                  <a:txBody>
                    <a:bodyPr/>
                    <a:lstStyle/>
                    <a:p>
                      <a:r>
                        <a:rPr lang="nl-NL" sz="2400" dirty="0"/>
                        <a:t>+</a:t>
                      </a:r>
                    </a:p>
                  </a:txBody>
                  <a:tcPr/>
                </a:tc>
                <a:tc>
                  <a:txBody>
                    <a:bodyPr/>
                    <a:lstStyle/>
                    <a:p>
                      <a:r>
                        <a:rPr lang="nl-NL" sz="2400" dirty="0"/>
                        <a:t>-</a:t>
                      </a:r>
                    </a:p>
                  </a:txBody>
                  <a:tcPr/>
                </a:tc>
                <a:tc>
                  <a:txBody>
                    <a:bodyPr/>
                    <a:lstStyle/>
                    <a:p>
                      <a:r>
                        <a:rPr lang="nl-NL" sz="2400" dirty="0"/>
                        <a:t>++</a:t>
                      </a:r>
                    </a:p>
                  </a:txBody>
                  <a:tcPr/>
                </a:tc>
                <a:extLst>
                  <a:ext uri="{0D108BD9-81ED-4DB2-BD59-A6C34878D82A}">
                    <a16:rowId xmlns:a16="http://schemas.microsoft.com/office/drawing/2014/main" val="4077958039"/>
                  </a:ext>
                </a:extLst>
              </a:tr>
            </a:tbl>
          </a:graphicData>
        </a:graphic>
      </p:graphicFrame>
      <p:sp>
        <p:nvSpPr>
          <p:cNvPr id="2" name="TextBox 1">
            <a:extLst>
              <a:ext uri="{FF2B5EF4-FFF2-40B4-BE49-F238E27FC236}">
                <a16:creationId xmlns:a16="http://schemas.microsoft.com/office/drawing/2014/main" id="{B7286DFD-EDFA-67B5-8289-4AFC7C432E52}"/>
              </a:ext>
            </a:extLst>
          </p:cNvPr>
          <p:cNvSpPr txBox="1"/>
          <p:nvPr/>
        </p:nvSpPr>
        <p:spPr>
          <a:xfrm>
            <a:off x="480241" y="5162396"/>
            <a:ext cx="10917257" cy="984885"/>
          </a:xfrm>
          <a:prstGeom prst="rect">
            <a:avLst/>
          </a:prstGeom>
          <a:noFill/>
        </p:spPr>
        <p:txBody>
          <a:bodyPr wrap="square" lIns="0" tIns="0" rIns="0" bIns="0" rtlCol="0" anchor="t">
            <a:spAutoFit/>
          </a:bodyPr>
          <a:lstStyle/>
          <a:p>
            <a:pPr algn="l"/>
            <a:r>
              <a:rPr lang="nl-NL" sz="1600" dirty="0">
                <a:solidFill>
                  <a:schemeClr val="tx2"/>
                </a:solidFill>
              </a:rPr>
              <a:t>*NLCS++: NLCS aangevuld met XML voor attribuutgegevens. Voor kabels en Leidingen  zouden de attribuutgegevens op IMKL met aanvullingen gebaseerd kunnen worden.</a:t>
            </a:r>
          </a:p>
          <a:p>
            <a:pPr algn="l"/>
            <a:endParaRPr lang="nl-NL" sz="1600" dirty="0">
              <a:solidFill>
                <a:schemeClr val="tx2"/>
              </a:solidFill>
            </a:endParaRPr>
          </a:p>
          <a:p>
            <a:pPr algn="l"/>
            <a:r>
              <a:rPr lang="nl-NL" sz="1600" dirty="0">
                <a:solidFill>
                  <a:schemeClr val="tx2"/>
                </a:solidFill>
              </a:rPr>
              <a:t>**Wens </a:t>
            </a:r>
            <a:r>
              <a:rPr lang="nl-NL" sz="1600" dirty="0" err="1">
                <a:solidFill>
                  <a:schemeClr val="tx2"/>
                </a:solidFill>
              </a:rPr>
              <a:t>Alliander</a:t>
            </a:r>
            <a:r>
              <a:rPr lang="nl-NL" sz="1600" dirty="0">
                <a:solidFill>
                  <a:schemeClr val="tx2"/>
                </a:solidFill>
              </a:rPr>
              <a:t>: doorgroei naar XML-</a:t>
            </a:r>
            <a:r>
              <a:rPr lang="nl-NL" sz="1600" dirty="0" err="1">
                <a:solidFill>
                  <a:schemeClr val="tx2"/>
                </a:solidFill>
              </a:rPr>
              <a:t>only</a:t>
            </a:r>
            <a:r>
              <a:rPr lang="nl-NL" sz="1600" dirty="0">
                <a:solidFill>
                  <a:schemeClr val="tx2"/>
                </a:solidFill>
              </a:rPr>
              <a:t>. </a:t>
            </a:r>
          </a:p>
        </p:txBody>
      </p:sp>
    </p:spTree>
    <p:extLst>
      <p:ext uri="{BB962C8B-B14F-4D97-AF65-F5344CB8AC3E}">
        <p14:creationId xmlns:p14="http://schemas.microsoft.com/office/powerpoint/2010/main" val="8166454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35AFAB4B-3071-0C83-6537-A25ED0759867}"/>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Inventarisatie van beschikbare uitwisselingsformaten heeft duidelijk gemaakt dat NLCS++ voor de </a:t>
            </a:r>
            <a:r>
              <a:rPr lang="nl-NL" dirty="0" err="1"/>
              <a:t>RNB's</a:t>
            </a:r>
            <a:r>
              <a:rPr lang="nl-NL" dirty="0"/>
              <a:t> de voorkeur heeft boven NLCS of IMKL</a:t>
            </a:r>
          </a:p>
          <a:p>
            <a:pPr marL="285750" indent="-285750">
              <a:buFont typeface="Arial" panose="020B0604020202020204" pitchFamily="34" charset="0"/>
              <a:buChar char="•"/>
            </a:pPr>
            <a:r>
              <a:rPr lang="nl-NL" dirty="0"/>
              <a:t>Invulling van NLCS++ voor E en G was nog niet beschikbaar</a:t>
            </a:r>
          </a:p>
          <a:p>
            <a:pPr marL="285750" indent="-285750">
              <a:buFont typeface="Arial" panose="020B0604020202020204" pitchFamily="34" charset="0"/>
              <a:buChar char="•"/>
            </a:pPr>
            <a:r>
              <a:rPr lang="nl-NL" dirty="0"/>
              <a:t>De NLCS++ invulling voor E en G bestaat uit twee delen:</a:t>
            </a:r>
          </a:p>
          <a:p>
            <a:pPr marL="466702" lvl="2" indent="-285750"/>
            <a:r>
              <a:rPr lang="nl-NL" dirty="0"/>
              <a:t>NLCS CAD tekening met laagindeling en symboliek die gestandaardiseerd is. Deze is door </a:t>
            </a:r>
            <a:r>
              <a:rPr lang="nl-NL" dirty="0" err="1"/>
              <a:t>Stedin</a:t>
            </a:r>
            <a:r>
              <a:rPr lang="nl-NL" dirty="0"/>
              <a:t> uitgewerkt</a:t>
            </a:r>
          </a:p>
          <a:p>
            <a:pPr marL="466702" lvl="2" indent="-285750"/>
            <a:r>
              <a:rPr lang="nl-NL" dirty="0"/>
              <a:t>Attribuutinformatie die als XML bestand wordt meegeleverd en conformeert aan een vooraf overeengekomen XSD. Die is door </a:t>
            </a:r>
            <a:r>
              <a:rPr lang="nl-NL" dirty="0" err="1"/>
              <a:t>Alliander</a:t>
            </a:r>
            <a:r>
              <a:rPr lang="nl-NL" dirty="0"/>
              <a:t> uitgewerkt in deze presentatie en aansluitend in opdracht van </a:t>
            </a:r>
            <a:r>
              <a:rPr lang="nl-NL" dirty="0" err="1"/>
              <a:t>Enexis</a:t>
            </a:r>
            <a:r>
              <a:rPr lang="nl-NL" dirty="0"/>
              <a:t> aangescherpt.</a:t>
            </a:r>
          </a:p>
          <a:p>
            <a:pPr marL="285750" lvl="1" indent="-285750">
              <a:buFont typeface="Arial" panose="020B0604020202020204" pitchFamily="34" charset="0"/>
              <a:buChar char="•"/>
            </a:pPr>
            <a:r>
              <a:rPr lang="nl-NL" sz="1800" b="1" dirty="0">
                <a:solidFill>
                  <a:schemeClr val="tx2"/>
                </a:solidFill>
              </a:rPr>
              <a:t>De resultaten worden aan DigiGO aangeboden zodat deze kunnen worden opgenomen in de eerstvolgende versie van de NLCS standaard. </a:t>
            </a:r>
          </a:p>
          <a:p>
            <a:pPr marL="285750" lvl="1" indent="-285750">
              <a:buFont typeface="Arial" panose="020B0604020202020204" pitchFamily="34" charset="0"/>
              <a:buChar char="•"/>
            </a:pPr>
            <a:r>
              <a:rPr lang="nl-NL" sz="1800" b="1" dirty="0">
                <a:solidFill>
                  <a:schemeClr val="tx2"/>
                </a:solidFill>
              </a:rPr>
              <a:t>Zo leveren </a:t>
            </a:r>
            <a:r>
              <a:rPr lang="nl-NL" sz="1800" b="1" dirty="0" err="1">
                <a:solidFill>
                  <a:schemeClr val="tx2"/>
                </a:solidFill>
              </a:rPr>
              <a:t>Stedin</a:t>
            </a:r>
            <a:r>
              <a:rPr lang="nl-NL" sz="1800" b="1" dirty="0">
                <a:solidFill>
                  <a:schemeClr val="tx2"/>
                </a:solidFill>
              </a:rPr>
              <a:t>, Alliander en </a:t>
            </a:r>
            <a:r>
              <a:rPr lang="nl-NL" sz="1800" b="1" dirty="0" err="1">
                <a:solidFill>
                  <a:schemeClr val="tx2"/>
                </a:solidFill>
              </a:rPr>
              <a:t>Enexis</a:t>
            </a:r>
            <a:r>
              <a:rPr lang="nl-NL" sz="1800" b="1" dirty="0">
                <a:solidFill>
                  <a:schemeClr val="tx2"/>
                </a:solidFill>
              </a:rPr>
              <a:t> een actieve en constructieve bijdrage aan standaardisatie voor uitwisseling van ondergrondse assetinformatie voor bestaand net, ontwerp en revisie tussen netbeheerders en aannemers.</a:t>
            </a:r>
          </a:p>
        </p:txBody>
      </p:sp>
      <p:sp>
        <p:nvSpPr>
          <p:cNvPr id="3" name="Title 2">
            <a:extLst>
              <a:ext uri="{FF2B5EF4-FFF2-40B4-BE49-F238E27FC236}">
                <a16:creationId xmlns:a16="http://schemas.microsoft.com/office/drawing/2014/main" id="{CF670AB0-90B4-2532-56FD-8170F9DBAE55}"/>
              </a:ext>
            </a:extLst>
          </p:cNvPr>
          <p:cNvSpPr>
            <a:spLocks noGrp="1"/>
          </p:cNvSpPr>
          <p:nvPr>
            <p:ph type="title"/>
          </p:nvPr>
        </p:nvSpPr>
        <p:spPr/>
        <p:txBody>
          <a:bodyPr/>
          <a:lstStyle/>
          <a:p>
            <a:r>
              <a:rPr lang="nl-NL" dirty="0"/>
              <a:t>Waarom dit informatiemodel voor E &amp; G?</a:t>
            </a:r>
          </a:p>
        </p:txBody>
      </p:sp>
      <p:sp>
        <p:nvSpPr>
          <p:cNvPr id="4" name="Text Placeholder 3">
            <a:extLst>
              <a:ext uri="{FF2B5EF4-FFF2-40B4-BE49-F238E27FC236}">
                <a16:creationId xmlns:a16="http://schemas.microsoft.com/office/drawing/2014/main" id="{9B7997A2-2BBB-2A59-7BC2-D65DEB09158E}"/>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AAF8CC3B-83B9-8B15-5E56-1C0634344CBF}"/>
              </a:ext>
            </a:extLst>
          </p:cNvPr>
          <p:cNvSpPr>
            <a:spLocks noGrp="1"/>
          </p:cNvSpPr>
          <p:nvPr>
            <p:ph type="sldNum" sz="quarter" idx="12"/>
          </p:nvPr>
        </p:nvSpPr>
        <p:spPr/>
        <p:txBody>
          <a:bodyPr/>
          <a:lstStyle/>
          <a:p>
            <a:fld id="{55B2A88A-B7BD-41B1-9FCB-9BE633251ACA}" type="slidenum">
              <a:rPr lang="nl-NL" noProof="0" smtClean="0"/>
              <a:t>6</a:t>
            </a:fld>
            <a:endParaRPr lang="nl-NL" noProof="0"/>
          </a:p>
        </p:txBody>
      </p:sp>
    </p:spTree>
    <p:extLst>
      <p:ext uri="{BB962C8B-B14F-4D97-AF65-F5344CB8AC3E}">
        <p14:creationId xmlns:p14="http://schemas.microsoft.com/office/powerpoint/2010/main" val="2644309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D012059-E048-0A18-EE2A-255FBE4FDD53}"/>
              </a:ext>
            </a:extLst>
          </p:cNvPr>
          <p:cNvSpPr>
            <a:spLocks noGrp="1"/>
          </p:cNvSpPr>
          <p:nvPr>
            <p:ph type="body" orient="vert" idx="1"/>
          </p:nvPr>
        </p:nvSpPr>
        <p:spPr/>
        <p:txBody>
          <a:bodyPr/>
          <a:lstStyle/>
          <a:p>
            <a:r>
              <a:rPr lang="nl-NL" dirty="0"/>
              <a:t>Gebruiksdoelen van het informatiemodel:</a:t>
            </a:r>
          </a:p>
          <a:p>
            <a:pPr marL="285750" indent="-285750">
              <a:buFont typeface="Arial" panose="020B0604020202020204" pitchFamily="34" charset="0"/>
              <a:buChar char="•"/>
            </a:pPr>
            <a:r>
              <a:rPr lang="nl-NL" dirty="0"/>
              <a:t>Verstrekken van bestaande netwerken van Netbeheerder aan aannemer/engineering</a:t>
            </a:r>
          </a:p>
          <a:p>
            <a:pPr marL="285750" indent="-285750">
              <a:buFont typeface="Arial" panose="020B0604020202020204" pitchFamily="34" charset="0"/>
              <a:buChar char="•"/>
            </a:pPr>
            <a:r>
              <a:rPr lang="nl-NL" dirty="0"/>
              <a:t>Verstrekken van geplande situatie van Netbeheerder aan aannemer/engineering</a:t>
            </a:r>
          </a:p>
          <a:p>
            <a:pPr marL="285750" indent="-285750">
              <a:buFont typeface="Arial" panose="020B0604020202020204" pitchFamily="34" charset="0"/>
              <a:buChar char="•"/>
            </a:pPr>
            <a:r>
              <a:rPr lang="nl-NL" dirty="0"/>
              <a:t>As-built van aannemer aan Netbeheerder</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Vullingsgraad zal gedurende de life </a:t>
            </a:r>
            <a:r>
              <a:rPr lang="nl-NL" dirty="0" err="1"/>
              <a:t>cycle</a:t>
            </a:r>
            <a:r>
              <a:rPr lang="nl-NL" dirty="0"/>
              <a:t> toenemen</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Model is bedoeld om alle gangbare objecten goed af te dekken waardoor de aannemer adequaat kan registreren -&gt; uitval bij geautomatiseerde verwerking beperken. Voor uitzonderingen:</a:t>
            </a:r>
          </a:p>
          <a:p>
            <a:pPr marL="466702" lvl="2" indent="-285750"/>
            <a:r>
              <a:rPr lang="nl-NL" dirty="0" err="1"/>
              <a:t>Aopmerking</a:t>
            </a:r>
            <a:r>
              <a:rPr lang="nl-NL" dirty="0"/>
              <a:t> voor het toevoegen van opmerkingen in het kaartbeeld tbv revisieverwerking bij Netbeheerder</a:t>
            </a:r>
          </a:p>
          <a:p>
            <a:pPr marL="466702" lvl="2" indent="-285750"/>
            <a:r>
              <a:rPr lang="nl-NL" dirty="0" err="1"/>
              <a:t>AbestandBijlage</a:t>
            </a:r>
            <a:r>
              <a:rPr lang="nl-NL" dirty="0"/>
              <a:t> voor o.a. foto's waarmee bijzonderheden kunnen worden vastgelegd</a:t>
            </a:r>
          </a:p>
          <a:p>
            <a:pPr marL="285750" indent="-285750">
              <a:buFont typeface="Arial" panose="020B0604020202020204" pitchFamily="34" charset="0"/>
              <a:buChar char="•"/>
            </a:pPr>
            <a:r>
              <a:rPr lang="nl-NL" dirty="0" err="1"/>
              <a:t>Bestand_bijlage</a:t>
            </a:r>
            <a:r>
              <a:rPr lang="nl-NL" dirty="0"/>
              <a:t> is ook voor gestuurde boringen etc. bedoeld</a:t>
            </a:r>
          </a:p>
        </p:txBody>
      </p:sp>
      <p:sp>
        <p:nvSpPr>
          <p:cNvPr id="3" name="Title 2">
            <a:extLst>
              <a:ext uri="{FF2B5EF4-FFF2-40B4-BE49-F238E27FC236}">
                <a16:creationId xmlns:a16="http://schemas.microsoft.com/office/drawing/2014/main" id="{4515515F-9E8D-3313-48F8-EAE44A5EA6D7}"/>
              </a:ext>
            </a:extLst>
          </p:cNvPr>
          <p:cNvSpPr>
            <a:spLocks noGrp="1"/>
          </p:cNvSpPr>
          <p:nvPr>
            <p:ph type="title"/>
          </p:nvPr>
        </p:nvSpPr>
        <p:spPr/>
        <p:txBody>
          <a:bodyPr/>
          <a:lstStyle/>
          <a:p>
            <a:r>
              <a:rPr lang="nl-NL" dirty="0"/>
              <a:t>Gebruiksdoelen Informatiemodel LS, MS en Gas</a:t>
            </a:r>
          </a:p>
        </p:txBody>
      </p:sp>
      <p:sp>
        <p:nvSpPr>
          <p:cNvPr id="4" name="Text Placeholder 3">
            <a:extLst>
              <a:ext uri="{FF2B5EF4-FFF2-40B4-BE49-F238E27FC236}">
                <a16:creationId xmlns:a16="http://schemas.microsoft.com/office/drawing/2014/main" id="{90797106-B5B6-517D-3936-249C8075EAEE}"/>
              </a:ext>
            </a:extLst>
          </p:cNvPr>
          <p:cNvSpPr>
            <a:spLocks noGrp="1"/>
          </p:cNvSpPr>
          <p:nvPr>
            <p:ph type="body" sz="quarter" idx="14"/>
          </p:nvPr>
        </p:nvSpPr>
        <p:spPr/>
        <p:txBody>
          <a:bodyPr/>
          <a:lstStyle/>
          <a:p>
            <a:r>
              <a:rPr lang="nl-NL" dirty="0"/>
              <a:t>Ondersteuning business functies</a:t>
            </a:r>
          </a:p>
        </p:txBody>
      </p:sp>
      <p:sp>
        <p:nvSpPr>
          <p:cNvPr id="5" name="Slide Number Placeholder 4">
            <a:extLst>
              <a:ext uri="{FF2B5EF4-FFF2-40B4-BE49-F238E27FC236}">
                <a16:creationId xmlns:a16="http://schemas.microsoft.com/office/drawing/2014/main" id="{E8104D06-D918-687F-B950-1358F7477334}"/>
              </a:ext>
            </a:extLst>
          </p:cNvPr>
          <p:cNvSpPr>
            <a:spLocks noGrp="1"/>
          </p:cNvSpPr>
          <p:nvPr>
            <p:ph type="sldNum" sz="quarter" idx="12"/>
          </p:nvPr>
        </p:nvSpPr>
        <p:spPr/>
        <p:txBody>
          <a:bodyPr/>
          <a:lstStyle/>
          <a:p>
            <a:fld id="{55B2A88A-B7BD-41B1-9FCB-9BE633251ACA}" type="slidenum">
              <a:rPr lang="nl-NL" noProof="0" smtClean="0"/>
              <a:t>7</a:t>
            </a:fld>
            <a:endParaRPr lang="nl-NL" noProof="0"/>
          </a:p>
        </p:txBody>
      </p:sp>
    </p:spTree>
    <p:extLst>
      <p:ext uri="{BB962C8B-B14F-4D97-AF65-F5344CB8AC3E}">
        <p14:creationId xmlns:p14="http://schemas.microsoft.com/office/powerpoint/2010/main" val="1305743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3DD4698-1017-5368-6627-8F84C23F4CA2}"/>
              </a:ext>
            </a:extLst>
          </p:cNvPr>
          <p:cNvSpPr>
            <a:spLocks noGrp="1"/>
          </p:cNvSpPr>
          <p:nvPr>
            <p:ph type="body" orient="vert" idx="1"/>
          </p:nvPr>
        </p:nvSpPr>
        <p:spPr/>
        <p:txBody>
          <a:bodyPr/>
          <a:lstStyle/>
          <a:p>
            <a:pPr marL="342900" indent="-342900">
              <a:buFont typeface="+mj-lt"/>
              <a:buAutoNum type="arabicPeriod"/>
            </a:pPr>
            <a:r>
              <a:rPr lang="nl-NL" dirty="0"/>
              <a:t>Waarom dit informatiemodel?</a:t>
            </a:r>
          </a:p>
          <a:p>
            <a:pPr marL="342900" indent="-342900">
              <a:buFont typeface="+mj-lt"/>
              <a:buAutoNum type="arabicPeriod"/>
            </a:pPr>
            <a:r>
              <a:rPr lang="nl-NL" dirty="0">
                <a:solidFill>
                  <a:srgbClr val="92D050"/>
                </a:solidFill>
              </a:rPr>
              <a:t>Status van dit informatiemodel</a:t>
            </a:r>
          </a:p>
          <a:p>
            <a:pPr marL="342900" indent="-342900">
              <a:buFont typeface="+mj-lt"/>
              <a:buAutoNum type="arabicPeriod"/>
            </a:pPr>
            <a:r>
              <a:rPr lang="nl-NL" dirty="0"/>
              <a:t>Uitgangspunten en inhoud van het informatiemodel</a:t>
            </a:r>
          </a:p>
          <a:p>
            <a:pPr marL="342900" indent="-342900">
              <a:buFont typeface="+mj-lt"/>
              <a:buAutoNum type="arabicPeriod"/>
            </a:pPr>
            <a:r>
              <a:rPr lang="nl-NL" dirty="0"/>
              <a:t>Wat is NLCS++ precies: uitleg hoe attribuutinformatie wordt vastgelegd in NLCS++</a:t>
            </a:r>
          </a:p>
          <a:p>
            <a:pPr marL="342900" indent="-342900">
              <a:buFont typeface="+mj-lt"/>
              <a:buAutoNum type="arabicPeriod"/>
            </a:pPr>
            <a:endParaRPr lang="nl-NL" dirty="0"/>
          </a:p>
          <a:p>
            <a:endParaRPr lang="nl-NL" dirty="0"/>
          </a:p>
          <a:p>
            <a:pPr marL="342900" indent="-342900">
              <a:buFont typeface="+mj-lt"/>
              <a:buAutoNum type="arabicPeriod"/>
            </a:pPr>
            <a:endParaRPr lang="nl-NL" dirty="0"/>
          </a:p>
          <a:p>
            <a:pPr marL="285750" indent="-285750">
              <a:buFont typeface="Arial" panose="020B0604020202020204" pitchFamily="34" charset="0"/>
              <a:buChar char="•"/>
            </a:pPr>
            <a:endParaRPr lang="nl-NL" dirty="0"/>
          </a:p>
          <a:p>
            <a:endParaRPr lang="nl-NL" dirty="0"/>
          </a:p>
        </p:txBody>
      </p:sp>
      <p:sp>
        <p:nvSpPr>
          <p:cNvPr id="3" name="Title 2">
            <a:extLst>
              <a:ext uri="{FF2B5EF4-FFF2-40B4-BE49-F238E27FC236}">
                <a16:creationId xmlns:a16="http://schemas.microsoft.com/office/drawing/2014/main" id="{FE587B08-976F-882C-5C19-66A4B72A7586}"/>
              </a:ext>
            </a:extLst>
          </p:cNvPr>
          <p:cNvSpPr>
            <a:spLocks noGrp="1"/>
          </p:cNvSpPr>
          <p:nvPr>
            <p:ph type="title"/>
          </p:nvPr>
        </p:nvSpPr>
        <p:spPr/>
        <p:txBody>
          <a:bodyPr/>
          <a:lstStyle/>
          <a:p>
            <a:r>
              <a:rPr lang="nl-NL" dirty="0"/>
              <a:t>Onderwerpen</a:t>
            </a:r>
          </a:p>
        </p:txBody>
      </p:sp>
      <p:sp>
        <p:nvSpPr>
          <p:cNvPr id="4" name="Text Placeholder 3">
            <a:extLst>
              <a:ext uri="{FF2B5EF4-FFF2-40B4-BE49-F238E27FC236}">
                <a16:creationId xmlns:a16="http://schemas.microsoft.com/office/drawing/2014/main" id="{457A440D-6F60-82C5-0EB4-226E5B1936F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D1C9BDA-CBD4-67CD-5DD1-7D423A50EA3E}"/>
              </a:ext>
            </a:extLst>
          </p:cNvPr>
          <p:cNvSpPr>
            <a:spLocks noGrp="1"/>
          </p:cNvSpPr>
          <p:nvPr>
            <p:ph type="sldNum" sz="quarter" idx="12"/>
          </p:nvPr>
        </p:nvSpPr>
        <p:spPr/>
        <p:txBody>
          <a:bodyPr/>
          <a:lstStyle/>
          <a:p>
            <a:fld id="{55B2A88A-B7BD-41B1-9FCB-9BE633251ACA}" type="slidenum">
              <a:rPr lang="nl-NL" noProof="0" smtClean="0"/>
              <a:t>8</a:t>
            </a:fld>
            <a:endParaRPr lang="nl-NL" noProof="0"/>
          </a:p>
        </p:txBody>
      </p:sp>
    </p:spTree>
    <p:extLst>
      <p:ext uri="{BB962C8B-B14F-4D97-AF65-F5344CB8AC3E}">
        <p14:creationId xmlns:p14="http://schemas.microsoft.com/office/powerpoint/2010/main" val="2192596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0CD578C-4B32-F94C-6CFA-46F9DB808699}"/>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E (LS, MS, HS) en G objecten zijn uitgewerkt </a:t>
            </a:r>
            <a:r>
              <a:rPr lang="nl-NL" dirty="0" err="1"/>
              <a:t>incl</a:t>
            </a:r>
            <a:r>
              <a:rPr lang="nl-NL" dirty="0"/>
              <a:t> KB</a:t>
            </a:r>
          </a:p>
          <a:p>
            <a:pPr marL="285750" indent="-285750">
              <a:buFont typeface="Arial" panose="020B0604020202020204" pitchFamily="34" charset="0"/>
              <a:buChar char="•"/>
            </a:pPr>
            <a:r>
              <a:rPr lang="nl-NL" dirty="0"/>
              <a:t>Algemene objecten zijn uitgewerkt</a:t>
            </a:r>
          </a:p>
          <a:p>
            <a:endParaRPr lang="nl-NL" dirty="0"/>
          </a:p>
          <a:p>
            <a:r>
              <a:rPr lang="nl-NL" dirty="0"/>
              <a:t>Gebruikte bronnen:</a:t>
            </a:r>
          </a:p>
          <a:p>
            <a:pPr marL="285750" indent="-285750">
              <a:buFont typeface="Arial" panose="020B0604020202020204" pitchFamily="34" charset="0"/>
              <a:buChar char="•"/>
            </a:pPr>
            <a:r>
              <a:rPr lang="nl-NL" dirty="0"/>
              <a:t>NRG datamodel </a:t>
            </a:r>
            <a:r>
              <a:rPr lang="nl-NL" dirty="0" err="1"/>
              <a:t>Alliander</a:t>
            </a:r>
            <a:endParaRPr lang="nl-NL" dirty="0"/>
          </a:p>
          <a:p>
            <a:pPr marL="285750" indent="-285750">
              <a:buFont typeface="Arial" panose="020B0604020202020204" pitchFamily="34" charset="0"/>
              <a:buChar char="•"/>
            </a:pPr>
            <a:r>
              <a:rPr lang="nl-NL" dirty="0" err="1"/>
              <a:t>PlanGIS</a:t>
            </a:r>
            <a:r>
              <a:rPr lang="nl-NL" dirty="0"/>
              <a:t> datamodel </a:t>
            </a:r>
            <a:r>
              <a:rPr lang="nl-NL" dirty="0" err="1"/>
              <a:t>Alliander</a:t>
            </a:r>
            <a:endParaRPr lang="nl-NL" dirty="0"/>
          </a:p>
          <a:p>
            <a:pPr marL="285750" indent="-285750">
              <a:buFont typeface="Arial" panose="020B0604020202020204" pitchFamily="34" charset="0"/>
              <a:buChar char="•"/>
            </a:pPr>
            <a:r>
              <a:rPr lang="nl-NL" dirty="0" err="1"/>
              <a:t>Alliander</a:t>
            </a:r>
            <a:r>
              <a:rPr lang="nl-NL" dirty="0"/>
              <a:t> Logisch Datamodel</a:t>
            </a:r>
          </a:p>
          <a:p>
            <a:pPr marL="285750" indent="-285750">
              <a:buFont typeface="Arial" panose="020B0604020202020204" pitchFamily="34" charset="0"/>
              <a:buChar char="•"/>
            </a:pPr>
            <a:r>
              <a:rPr lang="nl-NL" dirty="0"/>
              <a:t>IMKL</a:t>
            </a:r>
          </a:p>
          <a:p>
            <a:pPr marL="285750" indent="-285750">
              <a:buFont typeface="Arial" panose="020B0604020202020204" pitchFamily="34" charset="0"/>
              <a:buChar char="•"/>
            </a:pPr>
            <a:r>
              <a:rPr lang="nl-NL" dirty="0" err="1"/>
              <a:t>Stedin</a:t>
            </a:r>
            <a:r>
              <a:rPr lang="nl-NL" dirty="0"/>
              <a:t> BMGIS en EO modellen</a:t>
            </a:r>
          </a:p>
          <a:p>
            <a:pPr marL="285750" indent="-285750">
              <a:buFont typeface="Arial" panose="020B0604020202020204" pitchFamily="34" charset="0"/>
              <a:buChar char="•"/>
            </a:pPr>
            <a:r>
              <a:rPr lang="nl-NL" dirty="0" err="1"/>
              <a:t>Stedin</a:t>
            </a:r>
            <a:r>
              <a:rPr lang="nl-NL" dirty="0"/>
              <a:t> Logisch Datamodel</a:t>
            </a:r>
          </a:p>
          <a:p>
            <a:pPr marL="285750" indent="-285750">
              <a:buFont typeface="Arial" panose="020B0604020202020204" pitchFamily="34" charset="0"/>
              <a:buChar char="•"/>
            </a:pPr>
            <a:r>
              <a:rPr lang="nl-NL" dirty="0" err="1"/>
              <a:t>Enexis</a:t>
            </a:r>
            <a:r>
              <a:rPr lang="nl-NL" dirty="0"/>
              <a:t> GEN datamodel</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5BFF7AB0-70C1-8D4F-E0C3-5EE58F7D2490}"/>
              </a:ext>
            </a:extLst>
          </p:cNvPr>
          <p:cNvSpPr>
            <a:spLocks noGrp="1"/>
          </p:cNvSpPr>
          <p:nvPr>
            <p:ph type="title"/>
          </p:nvPr>
        </p:nvSpPr>
        <p:spPr/>
        <p:txBody>
          <a:bodyPr/>
          <a:lstStyle/>
          <a:p>
            <a:r>
              <a:rPr lang="nl-NL" dirty="0"/>
              <a:t>Status van het informatiemodel voor E en G</a:t>
            </a:r>
          </a:p>
        </p:txBody>
      </p:sp>
      <p:sp>
        <p:nvSpPr>
          <p:cNvPr id="4" name="Text Placeholder 3">
            <a:extLst>
              <a:ext uri="{FF2B5EF4-FFF2-40B4-BE49-F238E27FC236}">
                <a16:creationId xmlns:a16="http://schemas.microsoft.com/office/drawing/2014/main" id="{7B588A04-F192-C9E5-0159-952B8ACDCF31}"/>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5E9A8E99-EF44-200F-593F-3B3C2910FA8E}"/>
              </a:ext>
            </a:extLst>
          </p:cNvPr>
          <p:cNvSpPr>
            <a:spLocks noGrp="1"/>
          </p:cNvSpPr>
          <p:nvPr>
            <p:ph type="sldNum" sz="quarter" idx="12"/>
          </p:nvPr>
        </p:nvSpPr>
        <p:spPr/>
        <p:txBody>
          <a:bodyPr/>
          <a:lstStyle/>
          <a:p>
            <a:fld id="{55B2A88A-B7BD-41B1-9FCB-9BE633251ACA}" type="slidenum">
              <a:rPr lang="nl-NL" noProof="0" smtClean="0"/>
              <a:t>9</a:t>
            </a:fld>
            <a:endParaRPr lang="nl-NL" noProof="0"/>
          </a:p>
        </p:txBody>
      </p:sp>
      <p:pic>
        <p:nvPicPr>
          <p:cNvPr id="6" name="Tijdelijke aanduiding voor inhoud 4">
            <a:extLst>
              <a:ext uri="{FF2B5EF4-FFF2-40B4-BE49-F238E27FC236}">
                <a16:creationId xmlns:a16="http://schemas.microsoft.com/office/drawing/2014/main" id="{D7658C2E-D5DE-4F78-BC25-FECFA0E67DF4}"/>
              </a:ext>
            </a:extLst>
          </p:cNvPr>
          <p:cNvPicPr>
            <a:picLocks noGrp="1" noChangeAspect="1"/>
          </p:cNvPicPr>
          <p:nvPr/>
        </p:nvPicPr>
        <p:blipFill rotWithShape="1">
          <a:blip r:embed="rId2">
            <a:extLst>
              <a:ext uri="{28A0092B-C50C-407E-A947-70E740481C1C}">
                <a14:useLocalDpi xmlns:a14="http://schemas.microsoft.com/office/drawing/2010/main" val="0"/>
              </a:ext>
            </a:extLst>
          </a:blip>
          <a:srcRect r="28122"/>
          <a:stretch/>
        </p:blipFill>
        <p:spPr>
          <a:xfrm>
            <a:off x="5736000" y="2168597"/>
            <a:ext cx="5913763" cy="4351338"/>
          </a:xfrm>
          <a:prstGeom prst="rect">
            <a:avLst/>
          </a:prstGeom>
        </p:spPr>
      </p:pic>
    </p:spTree>
    <p:extLst>
      <p:ext uri="{BB962C8B-B14F-4D97-AF65-F5344CB8AC3E}">
        <p14:creationId xmlns:p14="http://schemas.microsoft.com/office/powerpoint/2010/main" val="1238870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BBBB46-7841-E8CB-A3C7-C439F4DA9EDC}"/>
              </a:ext>
            </a:extLst>
          </p:cNvPr>
          <p:cNvSpPr>
            <a:spLocks noGrp="1"/>
          </p:cNvSpPr>
          <p:nvPr>
            <p:ph type="title"/>
          </p:nvPr>
        </p:nvSpPr>
        <p:spPr/>
        <p:txBody>
          <a:bodyPr/>
          <a:lstStyle/>
          <a:p>
            <a:r>
              <a:rPr lang="nl-NL" dirty="0"/>
              <a:t>Status uitwerking Informatiemodel</a:t>
            </a:r>
          </a:p>
        </p:txBody>
      </p:sp>
      <p:sp>
        <p:nvSpPr>
          <p:cNvPr id="4" name="Text Placeholder 3">
            <a:extLst>
              <a:ext uri="{FF2B5EF4-FFF2-40B4-BE49-F238E27FC236}">
                <a16:creationId xmlns:a16="http://schemas.microsoft.com/office/drawing/2014/main" id="{52D85184-2084-B73E-3289-9055A3710B33}"/>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18AAA7C3-E6F6-962E-72E7-0663F0A149AD}"/>
              </a:ext>
            </a:extLst>
          </p:cNvPr>
          <p:cNvSpPr>
            <a:spLocks noGrp="1"/>
          </p:cNvSpPr>
          <p:nvPr>
            <p:ph type="sldNum" sz="quarter" idx="12"/>
          </p:nvPr>
        </p:nvSpPr>
        <p:spPr/>
        <p:txBody>
          <a:bodyPr/>
          <a:lstStyle/>
          <a:p>
            <a:fld id="{55B2A88A-B7BD-41B1-9FCB-9BE633251ACA}" type="slidenum">
              <a:rPr lang="nl-NL" noProof="0" smtClean="0"/>
              <a:t>10</a:t>
            </a:fld>
            <a:endParaRPr lang="nl-NL" noProof="0"/>
          </a:p>
        </p:txBody>
      </p:sp>
      <p:graphicFrame>
        <p:nvGraphicFramePr>
          <p:cNvPr id="6" name="Table 6">
            <a:extLst>
              <a:ext uri="{FF2B5EF4-FFF2-40B4-BE49-F238E27FC236}">
                <a16:creationId xmlns:a16="http://schemas.microsoft.com/office/drawing/2014/main" id="{9EC1EF8E-FD6E-0BC2-54A6-0F4B050703AC}"/>
              </a:ext>
            </a:extLst>
          </p:cNvPr>
          <p:cNvGraphicFramePr>
            <a:graphicFrameLocks noGrp="1"/>
          </p:cNvGraphicFramePr>
          <p:nvPr>
            <p:extLst>
              <p:ext uri="{D42A27DB-BD31-4B8C-83A1-F6EECF244321}">
                <p14:modId xmlns:p14="http://schemas.microsoft.com/office/powerpoint/2010/main" val="3245560017"/>
              </p:ext>
            </p:extLst>
          </p:nvPr>
        </p:nvGraphicFramePr>
        <p:xfrm>
          <a:off x="498370" y="1184682"/>
          <a:ext cx="11258817" cy="5232400"/>
        </p:xfrm>
        <a:graphic>
          <a:graphicData uri="http://schemas.openxmlformats.org/drawingml/2006/table">
            <a:tbl>
              <a:tblPr firstRow="1" bandRow="1">
                <a:tableStyleId>{5C22544A-7EE6-4342-B048-85BDC9FD1C3A}</a:tableStyleId>
              </a:tblPr>
              <a:tblGrid>
                <a:gridCol w="2565520">
                  <a:extLst>
                    <a:ext uri="{9D8B030D-6E8A-4147-A177-3AD203B41FA5}">
                      <a16:colId xmlns:a16="http://schemas.microsoft.com/office/drawing/2014/main" val="2545847968"/>
                    </a:ext>
                  </a:extLst>
                </a:gridCol>
                <a:gridCol w="1313096">
                  <a:extLst>
                    <a:ext uri="{9D8B030D-6E8A-4147-A177-3AD203B41FA5}">
                      <a16:colId xmlns:a16="http://schemas.microsoft.com/office/drawing/2014/main" val="26320328"/>
                    </a:ext>
                  </a:extLst>
                </a:gridCol>
                <a:gridCol w="1586115">
                  <a:extLst>
                    <a:ext uri="{9D8B030D-6E8A-4147-A177-3AD203B41FA5}">
                      <a16:colId xmlns:a16="http://schemas.microsoft.com/office/drawing/2014/main" val="2121184696"/>
                    </a:ext>
                  </a:extLst>
                </a:gridCol>
                <a:gridCol w="1781130">
                  <a:extLst>
                    <a:ext uri="{9D8B030D-6E8A-4147-A177-3AD203B41FA5}">
                      <a16:colId xmlns:a16="http://schemas.microsoft.com/office/drawing/2014/main" val="2413276844"/>
                    </a:ext>
                  </a:extLst>
                </a:gridCol>
                <a:gridCol w="1672789">
                  <a:extLst>
                    <a:ext uri="{9D8B030D-6E8A-4147-A177-3AD203B41FA5}">
                      <a16:colId xmlns:a16="http://schemas.microsoft.com/office/drawing/2014/main" val="2751955609"/>
                    </a:ext>
                  </a:extLst>
                </a:gridCol>
                <a:gridCol w="1087746">
                  <a:extLst>
                    <a:ext uri="{9D8B030D-6E8A-4147-A177-3AD203B41FA5}">
                      <a16:colId xmlns:a16="http://schemas.microsoft.com/office/drawing/2014/main" val="3673080285"/>
                    </a:ext>
                  </a:extLst>
                </a:gridCol>
                <a:gridCol w="1252421">
                  <a:extLst>
                    <a:ext uri="{9D8B030D-6E8A-4147-A177-3AD203B41FA5}">
                      <a16:colId xmlns:a16="http://schemas.microsoft.com/office/drawing/2014/main" val="3983419219"/>
                    </a:ext>
                  </a:extLst>
                </a:gridCol>
              </a:tblGrid>
              <a:tr h="370840">
                <a:tc>
                  <a:txBody>
                    <a:bodyPr/>
                    <a:lstStyle/>
                    <a:p>
                      <a:r>
                        <a:rPr lang="nl-NL" dirty="0"/>
                        <a:t>Discipline</a:t>
                      </a:r>
                    </a:p>
                  </a:txBody>
                  <a:tcPr/>
                </a:tc>
                <a:tc>
                  <a:txBody>
                    <a:bodyPr/>
                    <a:lstStyle/>
                    <a:p>
                      <a:r>
                        <a:rPr lang="nl-NL" dirty="0"/>
                        <a:t>Attributen uitgewerkt</a:t>
                      </a:r>
                    </a:p>
                  </a:txBody>
                  <a:tcPr/>
                </a:tc>
                <a:tc>
                  <a:txBody>
                    <a:bodyPr/>
                    <a:lstStyle/>
                    <a:p>
                      <a:r>
                        <a:rPr lang="nl-NL" dirty="0"/>
                        <a:t>Keuzelijsten uitgewerkt</a:t>
                      </a:r>
                    </a:p>
                  </a:txBody>
                  <a:tcPr/>
                </a:tc>
                <a:tc>
                  <a:txBody>
                    <a:bodyPr/>
                    <a:lstStyle/>
                    <a:p>
                      <a:r>
                        <a:rPr lang="nl-NL" dirty="0" err="1"/>
                        <a:t>Stedin</a:t>
                      </a:r>
                      <a:r>
                        <a:rPr lang="nl-NL" dirty="0"/>
                        <a:t> model verwerkt</a:t>
                      </a:r>
                    </a:p>
                  </a:txBody>
                  <a:tcPr/>
                </a:tc>
                <a:tc>
                  <a:txBody>
                    <a:bodyPr/>
                    <a:lstStyle/>
                    <a:p>
                      <a:r>
                        <a:rPr lang="nl-NL" dirty="0"/>
                        <a:t>Review Alliander intern</a:t>
                      </a:r>
                    </a:p>
                  </a:txBody>
                  <a:tcPr/>
                </a:tc>
                <a:tc>
                  <a:txBody>
                    <a:bodyPr/>
                    <a:lstStyle/>
                    <a:p>
                      <a:r>
                        <a:rPr lang="nl-NL" dirty="0"/>
                        <a:t>Review </a:t>
                      </a:r>
                    </a:p>
                    <a:p>
                      <a:r>
                        <a:rPr lang="nl-NL" dirty="0" err="1"/>
                        <a:t>Stedin</a:t>
                      </a:r>
                      <a:endParaRPr lang="nl-NL" dirty="0"/>
                    </a:p>
                  </a:txBody>
                  <a:tcPr/>
                </a:tc>
                <a:tc>
                  <a:txBody>
                    <a:bodyPr/>
                    <a:lstStyle/>
                    <a:p>
                      <a:r>
                        <a:rPr lang="nl-NL" dirty="0" err="1"/>
                        <a:t>Enexis</a:t>
                      </a:r>
                      <a:r>
                        <a:rPr lang="nl-NL" dirty="0"/>
                        <a:t> verwerkt</a:t>
                      </a:r>
                    </a:p>
                  </a:txBody>
                  <a:tcPr/>
                </a:tc>
                <a:extLst>
                  <a:ext uri="{0D108BD9-81ED-4DB2-BD59-A6C34878D82A}">
                    <a16:rowId xmlns:a16="http://schemas.microsoft.com/office/drawing/2014/main" val="1063716610"/>
                  </a:ext>
                </a:extLst>
              </a:tr>
              <a:tr h="370840">
                <a:tc>
                  <a:txBody>
                    <a:bodyPr/>
                    <a:lstStyle/>
                    <a:p>
                      <a:r>
                        <a:rPr lang="nl-NL" dirty="0"/>
                        <a:t>LS kabel en mof, </a:t>
                      </a:r>
                      <a:r>
                        <a:rPr lang="nl-NL" dirty="0" err="1"/>
                        <a:t>aardnet</a:t>
                      </a:r>
                      <a:r>
                        <a:rPr lang="nl-NL" dirty="0"/>
                        <a:t>, overdrachtspunten</a:t>
                      </a:r>
                    </a:p>
                  </a:txBody>
                  <a:tcPr/>
                </a:tc>
                <a:tc>
                  <a:txBody>
                    <a:bodyPr/>
                    <a:lstStyle/>
                    <a:p>
                      <a:pPr algn="ctr"/>
                      <a:r>
                        <a:rPr lang="nl-NL" sz="2400" b="1" dirty="0">
                          <a:solidFill>
                            <a:schemeClr val="accent1">
                              <a:lumMod val="75000"/>
                            </a:schemeClr>
                          </a:solidFill>
                        </a:rPr>
                        <a:t>√</a:t>
                      </a:r>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4262913805"/>
                  </a:ext>
                </a:extLst>
              </a:tr>
              <a:tr h="370840">
                <a:tc>
                  <a:txBody>
                    <a:bodyPr/>
                    <a:lstStyle/>
                    <a:p>
                      <a:r>
                        <a:rPr lang="nl-NL" dirty="0"/>
                        <a:t>LS Kast, MS Station</a:t>
                      </a:r>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403890313"/>
                  </a:ext>
                </a:extLst>
              </a:tr>
              <a:tr h="370840">
                <a:tc>
                  <a:txBody>
                    <a:bodyPr/>
                    <a:lstStyle/>
                    <a:p>
                      <a:r>
                        <a:rPr lang="nl-NL" dirty="0"/>
                        <a:t>MS Kabel en mof</a:t>
                      </a:r>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3193023949"/>
                  </a:ext>
                </a:extLst>
              </a:tr>
              <a:tr h="370840">
                <a:tc>
                  <a:txBody>
                    <a:bodyPr/>
                    <a:lstStyle/>
                    <a:p>
                      <a:r>
                        <a:rPr lang="nl-NL" dirty="0"/>
                        <a:t>Algemeen: mantelbuis, kunstwerk, hoogte</a:t>
                      </a:r>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p>
                      <a:pPr algn="ctr"/>
                      <a:endParaRPr lang="nl-NL" dirty="0"/>
                    </a:p>
                  </a:txBody>
                  <a:tcPr/>
                </a:tc>
                <a:extLst>
                  <a:ext uri="{0D108BD9-81ED-4DB2-BD59-A6C34878D82A}">
                    <a16:rowId xmlns:a16="http://schemas.microsoft.com/office/drawing/2014/main" val="1484634066"/>
                  </a:ext>
                </a:extLst>
              </a:tr>
              <a:tr h="370840">
                <a:tc>
                  <a:txBody>
                    <a:bodyPr/>
                    <a:lstStyle/>
                    <a:p>
                      <a:r>
                        <a:rPr lang="nl-NL" dirty="0"/>
                        <a:t>Gas LD en HD leiding en appendages</a:t>
                      </a:r>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4196361626"/>
                  </a:ext>
                </a:extLst>
              </a:tr>
              <a:tr h="370840">
                <a:tc>
                  <a:txBody>
                    <a:bodyPr/>
                    <a:lstStyle/>
                    <a:p>
                      <a:r>
                        <a:rPr lang="nl-NL" dirty="0"/>
                        <a:t>Gas KB</a:t>
                      </a:r>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643920688"/>
                  </a:ext>
                </a:extLst>
              </a:tr>
              <a:tr h="370840">
                <a:tc>
                  <a:txBody>
                    <a:bodyPr/>
                    <a:lstStyle/>
                    <a:p>
                      <a:r>
                        <a:rPr lang="nl-NL" dirty="0"/>
                        <a:t>Telecom</a:t>
                      </a:r>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algn="ctr"/>
                      <a:r>
                        <a:rPr lang="nl-NL" sz="1800" b="1" dirty="0">
                          <a:solidFill>
                            <a:schemeClr val="accent1">
                              <a:lumMod val="75000"/>
                            </a:schemeClr>
                          </a:solidFill>
                        </a:rPr>
                        <a:t>√</a:t>
                      </a:r>
                      <a:endParaRPr lang="nl-NL" dirty="0"/>
                    </a:p>
                  </a:txBody>
                  <a:tcPr/>
                </a:tc>
                <a:extLst>
                  <a:ext uri="{0D108BD9-81ED-4DB2-BD59-A6C34878D82A}">
                    <a16:rowId xmlns:a16="http://schemas.microsoft.com/office/drawing/2014/main" val="1979455212"/>
                  </a:ext>
                </a:extLst>
              </a:tr>
              <a:tr h="370840">
                <a:tc>
                  <a:txBody>
                    <a:bodyPr/>
                    <a:lstStyle/>
                    <a:p>
                      <a:r>
                        <a:rPr lang="nl-NL" dirty="0"/>
                        <a:t>HS 50kV ondergronds</a:t>
                      </a:r>
                    </a:p>
                  </a:txBody>
                  <a:tcPr/>
                </a:tc>
                <a:tc>
                  <a:txBody>
                    <a:bodyPr/>
                    <a:lstStyle/>
                    <a:p>
                      <a:pPr algn="ct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txBody>
                  <a:tcPr/>
                </a:tc>
                <a:tc>
                  <a:txBody>
                    <a:bodyPr/>
                    <a:lstStyle/>
                    <a:p>
                      <a:pPr marL="0" marR="0" lvl="0" indent="0" algn="ctr" defTabSz="914288" rtl="0" eaLnBrk="1" fontAlgn="auto" latinLnBrk="0" hangingPunct="1">
                        <a:lnSpc>
                          <a:spcPct val="100000"/>
                        </a:lnSpc>
                        <a:spcBef>
                          <a:spcPts val="0"/>
                        </a:spcBef>
                        <a:spcAft>
                          <a:spcPts val="0"/>
                        </a:spcAft>
                        <a:buClrTx/>
                        <a:buSzTx/>
                        <a:buFontTx/>
                        <a:buNone/>
                        <a:tabLst/>
                        <a:defRPr/>
                      </a:pPr>
                      <a:r>
                        <a:rPr lang="nl-NL" sz="1800" b="1" dirty="0">
                          <a:solidFill>
                            <a:schemeClr val="accent1">
                              <a:lumMod val="75000"/>
                            </a:schemeClr>
                          </a:solidFill>
                        </a:rPr>
                        <a:t>√</a:t>
                      </a:r>
                      <a:endParaRPr lang="nl-NL" dirty="0"/>
                    </a:p>
                    <a:p>
                      <a:pPr marL="0" marR="0" lvl="0" indent="0" algn="ctr" defTabSz="914288" rtl="0" eaLnBrk="1" fontAlgn="auto" latinLnBrk="0" hangingPunct="1">
                        <a:lnSpc>
                          <a:spcPct val="100000"/>
                        </a:lnSpc>
                        <a:spcBef>
                          <a:spcPts val="0"/>
                        </a:spcBef>
                        <a:spcAft>
                          <a:spcPts val="0"/>
                        </a:spcAft>
                        <a:buClrTx/>
                        <a:buSzTx/>
                        <a:buFontTx/>
                        <a:buNone/>
                        <a:tabLst/>
                        <a:defRPr/>
                      </a:pPr>
                      <a:endParaRPr lang="nl-NL" dirty="0"/>
                    </a:p>
                  </a:txBody>
                  <a:tcPr/>
                </a:tc>
                <a:extLst>
                  <a:ext uri="{0D108BD9-81ED-4DB2-BD59-A6C34878D82A}">
                    <a16:rowId xmlns:a16="http://schemas.microsoft.com/office/drawing/2014/main" val="655610934"/>
                  </a:ext>
                </a:extLst>
              </a:tr>
            </a:tbl>
          </a:graphicData>
        </a:graphic>
      </p:graphicFrame>
    </p:spTree>
    <p:extLst>
      <p:ext uri="{BB962C8B-B14F-4D97-AF65-F5344CB8AC3E}">
        <p14:creationId xmlns:p14="http://schemas.microsoft.com/office/powerpoint/2010/main" val="3701663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3DD4698-1017-5368-6627-8F84C23F4CA2}"/>
              </a:ext>
            </a:extLst>
          </p:cNvPr>
          <p:cNvSpPr>
            <a:spLocks noGrp="1"/>
          </p:cNvSpPr>
          <p:nvPr>
            <p:ph type="body" orient="vert" idx="1"/>
          </p:nvPr>
        </p:nvSpPr>
        <p:spPr/>
        <p:txBody>
          <a:bodyPr/>
          <a:lstStyle/>
          <a:p>
            <a:pPr marL="342900" indent="-342900">
              <a:buFont typeface="+mj-lt"/>
              <a:buAutoNum type="arabicPeriod"/>
            </a:pPr>
            <a:r>
              <a:rPr lang="nl-NL" dirty="0"/>
              <a:t>Waarom dit informatiemodel</a:t>
            </a:r>
          </a:p>
          <a:p>
            <a:pPr marL="342900" indent="-342900">
              <a:buFont typeface="+mj-lt"/>
              <a:buAutoNum type="arabicPeriod"/>
            </a:pPr>
            <a:r>
              <a:rPr lang="nl-NL" dirty="0"/>
              <a:t>Status van dit informatiemodel </a:t>
            </a:r>
          </a:p>
          <a:p>
            <a:pPr marL="342900" indent="-342900">
              <a:buFont typeface="+mj-lt"/>
              <a:buAutoNum type="arabicPeriod"/>
            </a:pPr>
            <a:r>
              <a:rPr lang="nl-NL" dirty="0">
                <a:solidFill>
                  <a:srgbClr val="92D050"/>
                </a:solidFill>
              </a:rPr>
              <a:t>Uitgangspunten en inhoud van het informatiemodel</a:t>
            </a:r>
            <a:endParaRPr lang="nl-NL" dirty="0"/>
          </a:p>
          <a:p>
            <a:pPr marL="342900" indent="-342900">
              <a:buFont typeface="+mj-lt"/>
              <a:buAutoNum type="arabicPeriod"/>
            </a:pPr>
            <a:r>
              <a:rPr lang="nl-NL" dirty="0"/>
              <a:t>Wat is NLCS++ precies: uitleg hoe attribuutinformatie wordt vastgelegd in NLCS++</a:t>
            </a:r>
          </a:p>
          <a:p>
            <a:pPr marL="342900" indent="-342900">
              <a:buFont typeface="+mj-lt"/>
              <a:buAutoNum type="arabicPeriod"/>
            </a:pPr>
            <a:endParaRPr lang="nl-NL" dirty="0"/>
          </a:p>
          <a:p>
            <a:endParaRPr lang="nl-NL" dirty="0"/>
          </a:p>
          <a:p>
            <a:pPr marL="342900" indent="-342900">
              <a:buFont typeface="+mj-lt"/>
              <a:buAutoNum type="arabicPeriod"/>
            </a:pPr>
            <a:endParaRPr lang="nl-NL" dirty="0"/>
          </a:p>
          <a:p>
            <a:pPr marL="285750" indent="-285750">
              <a:buFont typeface="Arial" panose="020B0604020202020204" pitchFamily="34" charset="0"/>
              <a:buChar char="•"/>
            </a:pPr>
            <a:endParaRPr lang="nl-NL" dirty="0"/>
          </a:p>
          <a:p>
            <a:endParaRPr lang="nl-NL" dirty="0"/>
          </a:p>
        </p:txBody>
      </p:sp>
      <p:sp>
        <p:nvSpPr>
          <p:cNvPr id="3" name="Title 2">
            <a:extLst>
              <a:ext uri="{FF2B5EF4-FFF2-40B4-BE49-F238E27FC236}">
                <a16:creationId xmlns:a16="http://schemas.microsoft.com/office/drawing/2014/main" id="{FE587B08-976F-882C-5C19-66A4B72A7586}"/>
              </a:ext>
            </a:extLst>
          </p:cNvPr>
          <p:cNvSpPr>
            <a:spLocks noGrp="1"/>
          </p:cNvSpPr>
          <p:nvPr>
            <p:ph type="title"/>
          </p:nvPr>
        </p:nvSpPr>
        <p:spPr/>
        <p:txBody>
          <a:bodyPr/>
          <a:lstStyle/>
          <a:p>
            <a:r>
              <a:rPr lang="nl-NL" dirty="0"/>
              <a:t>Onderwerpen</a:t>
            </a:r>
          </a:p>
        </p:txBody>
      </p:sp>
      <p:sp>
        <p:nvSpPr>
          <p:cNvPr id="4" name="Text Placeholder 3">
            <a:extLst>
              <a:ext uri="{FF2B5EF4-FFF2-40B4-BE49-F238E27FC236}">
                <a16:creationId xmlns:a16="http://schemas.microsoft.com/office/drawing/2014/main" id="{457A440D-6F60-82C5-0EB4-226E5B1936F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D1C9BDA-CBD4-67CD-5DD1-7D423A50EA3E}"/>
              </a:ext>
            </a:extLst>
          </p:cNvPr>
          <p:cNvSpPr>
            <a:spLocks noGrp="1"/>
          </p:cNvSpPr>
          <p:nvPr>
            <p:ph type="sldNum" sz="quarter" idx="12"/>
          </p:nvPr>
        </p:nvSpPr>
        <p:spPr/>
        <p:txBody>
          <a:bodyPr/>
          <a:lstStyle/>
          <a:p>
            <a:fld id="{55B2A88A-B7BD-41B1-9FCB-9BE633251ACA}" type="slidenum">
              <a:rPr lang="nl-NL" noProof="0" smtClean="0"/>
              <a:t>11</a:t>
            </a:fld>
            <a:endParaRPr lang="nl-NL" noProof="0"/>
          </a:p>
        </p:txBody>
      </p:sp>
    </p:spTree>
    <p:extLst>
      <p:ext uri="{BB962C8B-B14F-4D97-AF65-F5344CB8AC3E}">
        <p14:creationId xmlns:p14="http://schemas.microsoft.com/office/powerpoint/2010/main" val="4188833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1684CC88-BC75-6E18-186D-4B6E27B8EA82}"/>
              </a:ext>
            </a:extLst>
          </p:cNvPr>
          <p:cNvSpPr>
            <a:spLocks noGrp="1"/>
          </p:cNvSpPr>
          <p:nvPr>
            <p:ph type="body" orient="vert" idx="1"/>
          </p:nvPr>
        </p:nvSpPr>
        <p:spPr>
          <a:xfrm>
            <a:off x="496713" y="1467110"/>
            <a:ext cx="11198569" cy="5082665"/>
          </a:xfrm>
        </p:spPr>
        <p:txBody>
          <a:bodyPr>
            <a:normAutofit fontScale="92500" lnSpcReduction="10000"/>
          </a:bodyPr>
          <a:lstStyle/>
          <a:p>
            <a:pPr marL="285750" indent="-285750">
              <a:buFont typeface="Arial" panose="020B0604020202020204" pitchFamily="34" charset="0"/>
              <a:buChar char="•"/>
            </a:pPr>
            <a:r>
              <a:rPr lang="nl-NL" dirty="0"/>
              <a:t>Het model bevat alleen objecten die je buiten kunt zien/aanraken/meten</a:t>
            </a:r>
          </a:p>
          <a:p>
            <a:pPr marL="285750" indent="-285750">
              <a:buFont typeface="Arial" panose="020B0604020202020204" pitchFamily="34" charset="0"/>
              <a:buChar char="•"/>
            </a:pPr>
            <a:r>
              <a:rPr lang="nl-NL" dirty="0"/>
              <a:t>De attribuutinformatie die door de aannemer moet worden ingevuld is beperkt tot eigenschappen die de medewerker buiten kan waarnemen/aflezen/inscannen, beperkt tot hetgeen in de opdracht is gevraagd. </a:t>
            </a:r>
          </a:p>
          <a:p>
            <a:pPr marL="285750" indent="-285750">
              <a:buFont typeface="Arial" panose="020B0604020202020204" pitchFamily="34" charset="0"/>
              <a:buChar char="•"/>
            </a:pPr>
            <a:r>
              <a:rPr lang="nl-NL" dirty="0"/>
              <a:t>Aanvullend zijn attributen opgenomen die reeds door de netbeheerder worden gevuld en ter informatie (zo mogelijk </a:t>
            </a:r>
            <a:r>
              <a:rPr lang="nl-NL" dirty="0" err="1"/>
              <a:t>read-only</a:t>
            </a:r>
            <a:r>
              <a:rPr lang="nl-NL" dirty="0"/>
              <a:t>) zijn voor de aannemer. Voorbeelden: eigenaar, beheerder, artikelcode.</a:t>
            </a:r>
          </a:p>
          <a:p>
            <a:pPr marL="285750" indent="-285750">
              <a:buFont typeface="Arial" panose="020B0604020202020204" pitchFamily="34" charset="0"/>
              <a:buChar char="•"/>
            </a:pPr>
            <a:r>
              <a:rPr lang="nl-NL" dirty="0"/>
              <a:t>Waar mogelijk is hergebruik gemaakt van attributen en keuzelijsten van IMKL. Waar dat niet kon is een zo eenvoudig en leesbaar mogelijke modellering toegepast</a:t>
            </a:r>
          </a:p>
          <a:p>
            <a:pPr marL="285750" indent="-285750">
              <a:buFont typeface="Arial" panose="020B0604020202020204" pitchFamily="34" charset="0"/>
              <a:buChar char="•"/>
            </a:pPr>
            <a:r>
              <a:rPr lang="nl-NL" dirty="0"/>
              <a:t>Attribuutnamen en omschrijvingen in keuzelijsten zijn zo </a:t>
            </a:r>
            <a:r>
              <a:rPr lang="nl-NL" dirty="0" err="1"/>
              <a:t>zelfverklarend</a:t>
            </a:r>
            <a:r>
              <a:rPr lang="nl-NL" dirty="0"/>
              <a:t> mogelijk gekozen, sluiten aan bij de terminologie in de sector</a:t>
            </a:r>
          </a:p>
          <a:p>
            <a:pPr marL="285750" indent="-285750">
              <a:buFont typeface="Arial" panose="020B0604020202020204" pitchFamily="34" charset="0"/>
              <a:buChar char="•"/>
            </a:pPr>
            <a:r>
              <a:rPr lang="nl-NL" dirty="0"/>
              <a:t>Een deel van de attributen komt als attribuut en als onderdeel van de laagbenaming voor. Dat is in het model gedocumenteerd (NLCS Subgroep). De gebruikte tools moeten consistentie borgen</a:t>
            </a:r>
          </a:p>
          <a:p>
            <a:pPr marL="285750" indent="-285750">
              <a:buFont typeface="Arial" panose="020B0604020202020204" pitchFamily="34" charset="0"/>
              <a:buChar char="•"/>
            </a:pPr>
            <a:r>
              <a:rPr lang="nl-NL" dirty="0"/>
              <a:t>Styling wordt niet door dit model vastgelegd. Dat is in NLCS bibliotheek vastgelegd en kan zo nodig in een Projectbibliotheek worden verfijnd.</a:t>
            </a:r>
          </a:p>
          <a:p>
            <a:pPr marL="285750" indent="-285750">
              <a:buFont typeface="Arial" panose="020B0604020202020204" pitchFamily="34" charset="0"/>
              <a:buChar char="•"/>
            </a:pPr>
            <a:r>
              <a:rPr lang="nl-NL" dirty="0"/>
              <a:t>Inmeetwijze en Nauwkeurigheid zijn alleen op Kabels, Leidingen e.d. opgenomen, dus niet op de appendages. Dit voorkomt dubbel werk en inconsistenties.</a:t>
            </a:r>
          </a:p>
          <a:p>
            <a:pPr marL="285750" indent="-285750">
              <a:buFont typeface="Arial" panose="020B0604020202020204" pitchFamily="34" charset="0"/>
              <a:buChar char="•"/>
            </a:pPr>
            <a:r>
              <a:rPr lang="nl-NL" dirty="0"/>
              <a:t>Lijngeometrie moet uitsluitend bestaan uit lijnstukken (geen </a:t>
            </a:r>
            <a:r>
              <a:rPr lang="nl-NL" dirty="0" err="1"/>
              <a:t>Arcs</a:t>
            </a:r>
            <a:r>
              <a:rPr lang="nl-NL" dirty="0"/>
              <a:t>, gestrookte bogen) met een beperkt aantal tussenpunten. Mogelijk is controle hierop noodzakelijk. </a:t>
            </a:r>
          </a:p>
        </p:txBody>
      </p:sp>
      <p:sp>
        <p:nvSpPr>
          <p:cNvPr id="3" name="Title 2">
            <a:extLst>
              <a:ext uri="{FF2B5EF4-FFF2-40B4-BE49-F238E27FC236}">
                <a16:creationId xmlns:a16="http://schemas.microsoft.com/office/drawing/2014/main" id="{D3C9BA2D-D457-B3DB-3FA3-228169431799}"/>
              </a:ext>
            </a:extLst>
          </p:cNvPr>
          <p:cNvSpPr>
            <a:spLocks noGrp="1"/>
          </p:cNvSpPr>
          <p:nvPr>
            <p:ph type="title"/>
          </p:nvPr>
        </p:nvSpPr>
        <p:spPr/>
        <p:txBody>
          <a:bodyPr/>
          <a:lstStyle/>
          <a:p>
            <a:r>
              <a:rPr lang="nl-NL" dirty="0"/>
              <a:t>Uitgangspunten Informatiemodel E en G</a:t>
            </a:r>
          </a:p>
        </p:txBody>
      </p:sp>
      <p:sp>
        <p:nvSpPr>
          <p:cNvPr id="4" name="Text Placeholder 3">
            <a:extLst>
              <a:ext uri="{FF2B5EF4-FFF2-40B4-BE49-F238E27FC236}">
                <a16:creationId xmlns:a16="http://schemas.microsoft.com/office/drawing/2014/main" id="{9AB36E2C-4FDD-8D0F-D933-496D4C51D15F}"/>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1DAA294D-0D29-4A16-18DF-570DC259BAE1}"/>
              </a:ext>
            </a:extLst>
          </p:cNvPr>
          <p:cNvSpPr>
            <a:spLocks noGrp="1"/>
          </p:cNvSpPr>
          <p:nvPr>
            <p:ph type="sldNum" sz="quarter" idx="12"/>
          </p:nvPr>
        </p:nvSpPr>
        <p:spPr/>
        <p:txBody>
          <a:bodyPr/>
          <a:lstStyle/>
          <a:p>
            <a:fld id="{55B2A88A-B7BD-41B1-9FCB-9BE633251ACA}" type="slidenum">
              <a:rPr lang="nl-NL" noProof="0" smtClean="0"/>
              <a:t>12</a:t>
            </a:fld>
            <a:endParaRPr lang="nl-NL" noProof="0"/>
          </a:p>
        </p:txBody>
      </p:sp>
    </p:spTree>
    <p:extLst>
      <p:ext uri="{BB962C8B-B14F-4D97-AF65-F5344CB8AC3E}">
        <p14:creationId xmlns:p14="http://schemas.microsoft.com/office/powerpoint/2010/main" val="4186893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58234DB5-17B2-0E66-9C7E-64E325E6DA85}"/>
              </a:ext>
            </a:extLst>
          </p:cNvPr>
          <p:cNvSpPr>
            <a:spLocks noGrp="1"/>
          </p:cNvSpPr>
          <p:nvPr>
            <p:ph type="body" orient="vert" idx="1"/>
          </p:nvPr>
        </p:nvSpPr>
        <p:spPr/>
        <p:txBody>
          <a:bodyPr/>
          <a:lstStyle/>
          <a:p>
            <a:pPr algn="l" rtl="0" fontAlgn="base"/>
            <a:r>
              <a:rPr lang="nl-NL" sz="1800" b="1" i="0" u="none" strike="noStrike" dirty="0">
                <a:solidFill>
                  <a:srgbClr val="CD5A19"/>
                </a:solidFill>
                <a:effectLst/>
                <a:latin typeface="Microsoft JhengHei Light" panose="020B0304030504040204" pitchFamily="34" charset="-120"/>
              </a:rPr>
              <a:t>Definitie </a:t>
            </a:r>
            <a:r>
              <a:rPr lang="nl-NL" sz="1800" b="1" i="0" u="none" strike="noStrike" dirty="0" err="1">
                <a:solidFill>
                  <a:srgbClr val="CD5A19"/>
                </a:solidFill>
                <a:effectLst/>
                <a:latin typeface="Microsoft JhengHei Light" panose="020B0304030504040204" pitchFamily="34" charset="-120"/>
              </a:rPr>
              <a:t>Netvlak</a:t>
            </a:r>
            <a:r>
              <a:rPr lang="nl-NL" sz="1800" b="1" i="0" u="none" strike="noStrike" dirty="0">
                <a:solidFill>
                  <a:srgbClr val="CD5A19"/>
                </a:solidFill>
                <a:effectLst/>
                <a:latin typeface="Microsoft JhengHei Light" panose="020B0304030504040204" pitchFamily="34" charset="-120"/>
              </a:rPr>
              <a:t> (onderdeel van NLCS laagnaam):</a:t>
            </a:r>
          </a:p>
          <a:p>
            <a:pPr algn="l" rtl="0" fontAlgn="base">
              <a:buFont typeface="Arial" panose="020B0604020202020204" pitchFamily="34" charset="0"/>
              <a:buChar char="•"/>
            </a:pPr>
            <a:r>
              <a:rPr lang="nl-NL" sz="1800" b="1" i="0" u="none" strike="noStrike" dirty="0">
                <a:solidFill>
                  <a:srgbClr val="CD5A19"/>
                </a:solidFill>
                <a:effectLst/>
                <a:latin typeface="Microsoft JhengHei Light" panose="020B0304030504040204" pitchFamily="34" charset="-120"/>
              </a:rPr>
              <a:t>LS: Tot 1kV</a:t>
            </a:r>
            <a:r>
              <a:rPr lang="en-US" sz="1800" b="0" i="0" dirty="0">
                <a:solidFill>
                  <a:srgbClr val="000000"/>
                </a:solidFill>
                <a:effectLst/>
                <a:latin typeface="Microsoft JhengHei Light" panose="020B0304030504040204" pitchFamily="34" charset="-12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nl-NL" sz="1800" b="1" i="0" u="none" strike="noStrike" dirty="0">
                <a:solidFill>
                  <a:srgbClr val="CD5A19"/>
                </a:solidFill>
                <a:effectLst/>
                <a:latin typeface="Microsoft JhengHei Light" panose="020B0304030504040204" pitchFamily="34" charset="-120"/>
              </a:rPr>
              <a:t>MS: van 1kV tot 25kV</a:t>
            </a:r>
            <a:r>
              <a:rPr lang="en-US" sz="1800" b="0" i="0" dirty="0">
                <a:solidFill>
                  <a:srgbClr val="000000"/>
                </a:solidFill>
                <a:effectLst/>
                <a:latin typeface="Microsoft JhengHei Light" panose="020B0304030504040204" pitchFamily="34" charset="-120"/>
              </a:rPr>
              <a:t>​</a:t>
            </a:r>
            <a:endParaRPr lang="en-US"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nl-NL" sz="1800" b="1" i="0" u="none" strike="noStrike" dirty="0">
                <a:solidFill>
                  <a:srgbClr val="CD5A19"/>
                </a:solidFill>
                <a:effectLst/>
                <a:latin typeface="Microsoft JhengHei Light" panose="020B0304030504040204" pitchFamily="34" charset="-120"/>
              </a:rPr>
              <a:t>HS: 25kV en hoger</a:t>
            </a:r>
            <a:endParaRPr lang="en-US" b="0" i="0" dirty="0">
              <a:solidFill>
                <a:srgbClr val="000000"/>
              </a:solidFill>
              <a:effectLst/>
              <a:latin typeface="Arial" panose="020B0604020202020204" pitchFamily="34" charset="0"/>
            </a:endParaRPr>
          </a:p>
          <a:p>
            <a:endParaRPr lang="nl-NL" dirty="0"/>
          </a:p>
          <a:p>
            <a:r>
              <a:rPr lang="nl-NL" dirty="0"/>
              <a:t>Voor LS wordt de functie meteen op dezelfde positie meegenomen. Daarbij bestaat keuze uit:</a:t>
            </a:r>
          </a:p>
          <a:p>
            <a:pPr marL="285750" indent="-285750">
              <a:buFont typeface="Arial" panose="020B0604020202020204" pitchFamily="34" charset="0"/>
              <a:buChar char="•"/>
            </a:pPr>
            <a:r>
              <a:rPr lang="nl-NL" dirty="0"/>
              <a:t>LS</a:t>
            </a:r>
          </a:p>
          <a:p>
            <a:pPr marL="285750" indent="-285750">
              <a:buFont typeface="Arial" panose="020B0604020202020204" pitchFamily="34" charset="0"/>
              <a:buChar char="•"/>
            </a:pPr>
            <a:r>
              <a:rPr lang="nl-NL" dirty="0"/>
              <a:t>OV</a:t>
            </a:r>
          </a:p>
          <a:p>
            <a:pPr marL="285750" indent="-285750">
              <a:buFont typeface="Arial" panose="020B0604020202020204" pitchFamily="34" charset="0"/>
              <a:buChar char="•"/>
            </a:pPr>
            <a:r>
              <a:rPr lang="nl-NL" dirty="0"/>
              <a:t>LSOV (=Combinet)</a:t>
            </a:r>
          </a:p>
          <a:p>
            <a:endParaRPr lang="nl-NL" dirty="0"/>
          </a:p>
          <a:p>
            <a:r>
              <a:rPr lang="nl-NL" dirty="0" err="1"/>
              <a:t>N.b.</a:t>
            </a:r>
            <a:r>
              <a:rPr lang="nl-NL" dirty="0"/>
              <a:t> Tarief wordt/is </a:t>
            </a:r>
            <a:r>
              <a:rPr lang="nl-NL" dirty="0" err="1"/>
              <a:t>uitgefaseerd</a:t>
            </a:r>
            <a:r>
              <a:rPr lang="nl-NL" dirty="0"/>
              <a:t> </a:t>
            </a:r>
            <a:r>
              <a:rPr lang="nl-NL" dirty="0" err="1"/>
              <a:t>ivm</a:t>
            </a:r>
            <a:r>
              <a:rPr lang="nl-NL" dirty="0"/>
              <a:t> slimme meter en wordt daarom niet meer vermeld.</a:t>
            </a:r>
          </a:p>
          <a:p>
            <a:endParaRPr lang="nl-NL" dirty="0"/>
          </a:p>
        </p:txBody>
      </p:sp>
      <p:sp>
        <p:nvSpPr>
          <p:cNvPr id="3" name="Title 2">
            <a:extLst>
              <a:ext uri="{FF2B5EF4-FFF2-40B4-BE49-F238E27FC236}">
                <a16:creationId xmlns:a16="http://schemas.microsoft.com/office/drawing/2014/main" id="{F2797CD8-F714-EA17-938E-ADE3EEAFBA0A}"/>
              </a:ext>
            </a:extLst>
          </p:cNvPr>
          <p:cNvSpPr>
            <a:spLocks noGrp="1"/>
          </p:cNvSpPr>
          <p:nvPr>
            <p:ph type="title"/>
          </p:nvPr>
        </p:nvSpPr>
        <p:spPr/>
        <p:txBody>
          <a:bodyPr/>
          <a:lstStyle/>
          <a:p>
            <a:r>
              <a:rPr lang="nl-NL" dirty="0"/>
              <a:t>Uitgangspunten informatiemodel E en G</a:t>
            </a:r>
          </a:p>
        </p:txBody>
      </p:sp>
      <p:sp>
        <p:nvSpPr>
          <p:cNvPr id="4" name="Text Placeholder 3">
            <a:extLst>
              <a:ext uri="{FF2B5EF4-FFF2-40B4-BE49-F238E27FC236}">
                <a16:creationId xmlns:a16="http://schemas.microsoft.com/office/drawing/2014/main" id="{90FB641A-C1C4-4F2B-3AC5-15688C86D8EC}"/>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EBE82071-5E6F-7717-A5FD-B291C932ECC2}"/>
              </a:ext>
            </a:extLst>
          </p:cNvPr>
          <p:cNvSpPr>
            <a:spLocks noGrp="1"/>
          </p:cNvSpPr>
          <p:nvPr>
            <p:ph type="sldNum" sz="quarter" idx="12"/>
          </p:nvPr>
        </p:nvSpPr>
        <p:spPr/>
        <p:txBody>
          <a:bodyPr/>
          <a:lstStyle/>
          <a:p>
            <a:fld id="{55B2A88A-B7BD-41B1-9FCB-9BE633251ACA}" type="slidenum">
              <a:rPr lang="nl-NL" noProof="0" smtClean="0"/>
              <a:t>13</a:t>
            </a:fld>
            <a:endParaRPr lang="nl-NL" noProof="0"/>
          </a:p>
        </p:txBody>
      </p:sp>
    </p:spTree>
    <p:extLst>
      <p:ext uri="{BB962C8B-B14F-4D97-AF65-F5344CB8AC3E}">
        <p14:creationId xmlns:p14="http://schemas.microsoft.com/office/powerpoint/2010/main" val="837860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FCFAF1DD-0726-1971-25BD-1C59016169F6}"/>
              </a:ext>
            </a:extLst>
          </p:cNvPr>
          <p:cNvSpPr>
            <a:spLocks noGrp="1"/>
          </p:cNvSpPr>
          <p:nvPr>
            <p:ph type="body" orient="vert" idx="1"/>
          </p:nvPr>
        </p:nvSpPr>
        <p:spPr/>
        <p:txBody>
          <a:bodyPr/>
          <a:lstStyle/>
          <a:p>
            <a:r>
              <a:rPr lang="nl-NL" dirty="0"/>
              <a:t>Naamgeving van stations is uniform voor alle netbeheerders:</a:t>
            </a:r>
          </a:p>
          <a:p>
            <a:pPr marL="285750" indent="-285750">
              <a:lnSpc>
                <a:spcPct val="100000"/>
              </a:lnSpc>
              <a:buFont typeface="Arial" panose="020B0604020202020204" pitchFamily="34" charset="0"/>
              <a:buChar char="•"/>
            </a:pPr>
            <a:r>
              <a:rPr lang="nl-NL" dirty="0"/>
              <a:t>Hoofdstation LNB (=Landelijke netbeheerder)​</a:t>
            </a:r>
          </a:p>
          <a:p>
            <a:pPr marL="285750" indent="-285750">
              <a:lnSpc>
                <a:spcPct val="100000"/>
              </a:lnSpc>
              <a:buFont typeface="Arial" panose="020B0604020202020204" pitchFamily="34" charset="0"/>
              <a:buChar char="•"/>
            </a:pPr>
            <a:r>
              <a:rPr lang="nl-NL" dirty="0"/>
              <a:t>Verdeelstation​</a:t>
            </a:r>
          </a:p>
          <a:p>
            <a:pPr marL="285750" indent="-285750">
              <a:lnSpc>
                <a:spcPct val="100000"/>
              </a:lnSpc>
              <a:buFont typeface="Arial" panose="020B0604020202020204" pitchFamily="34" charset="0"/>
              <a:buChar char="•"/>
            </a:pPr>
            <a:r>
              <a:rPr lang="nl-NL" dirty="0"/>
              <a:t>Klantstation​</a:t>
            </a:r>
          </a:p>
          <a:p>
            <a:pPr marL="285750" indent="-285750">
              <a:lnSpc>
                <a:spcPct val="100000"/>
              </a:lnSpc>
              <a:buFont typeface="Arial" panose="020B0604020202020204" pitchFamily="34" charset="0"/>
              <a:buChar char="•"/>
            </a:pPr>
            <a:r>
              <a:rPr lang="nl-NL" dirty="0"/>
              <a:t>Netstation​</a:t>
            </a:r>
          </a:p>
          <a:p>
            <a:pPr marL="285750" indent="-285750">
              <a:lnSpc>
                <a:spcPct val="100000"/>
              </a:lnSpc>
              <a:buFont typeface="Arial" panose="020B0604020202020204" pitchFamily="34" charset="0"/>
              <a:buChar char="•"/>
            </a:pPr>
            <a:r>
              <a:rPr lang="nl-NL" dirty="0"/>
              <a:t>Overig</a:t>
            </a:r>
          </a:p>
        </p:txBody>
      </p:sp>
      <p:sp>
        <p:nvSpPr>
          <p:cNvPr id="3" name="Title 2">
            <a:extLst>
              <a:ext uri="{FF2B5EF4-FFF2-40B4-BE49-F238E27FC236}">
                <a16:creationId xmlns:a16="http://schemas.microsoft.com/office/drawing/2014/main" id="{F5E3CD88-509F-8174-51AA-8087AD0E241A}"/>
              </a:ext>
            </a:extLst>
          </p:cNvPr>
          <p:cNvSpPr>
            <a:spLocks noGrp="1"/>
          </p:cNvSpPr>
          <p:nvPr>
            <p:ph type="title"/>
          </p:nvPr>
        </p:nvSpPr>
        <p:spPr/>
        <p:txBody>
          <a:bodyPr/>
          <a:lstStyle/>
          <a:p>
            <a:r>
              <a:rPr lang="nl-NL" dirty="0"/>
              <a:t>Uitgangspunten informatiemodel E en G</a:t>
            </a:r>
          </a:p>
        </p:txBody>
      </p:sp>
      <p:sp>
        <p:nvSpPr>
          <p:cNvPr id="4" name="Text Placeholder 3">
            <a:extLst>
              <a:ext uri="{FF2B5EF4-FFF2-40B4-BE49-F238E27FC236}">
                <a16:creationId xmlns:a16="http://schemas.microsoft.com/office/drawing/2014/main" id="{21393427-11E2-BAB8-0DB5-A246A0009545}"/>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7653A64-3673-20B4-81B7-5C2FE4706E34}"/>
              </a:ext>
            </a:extLst>
          </p:cNvPr>
          <p:cNvSpPr>
            <a:spLocks noGrp="1"/>
          </p:cNvSpPr>
          <p:nvPr>
            <p:ph type="sldNum" sz="quarter" idx="12"/>
          </p:nvPr>
        </p:nvSpPr>
        <p:spPr/>
        <p:txBody>
          <a:bodyPr/>
          <a:lstStyle/>
          <a:p>
            <a:fld id="{55B2A88A-B7BD-41B1-9FCB-9BE633251ACA}" type="slidenum">
              <a:rPr lang="nl-NL" noProof="0" smtClean="0"/>
              <a:t>14</a:t>
            </a:fld>
            <a:endParaRPr lang="nl-NL" noProof="0"/>
          </a:p>
        </p:txBody>
      </p:sp>
    </p:spTree>
    <p:extLst>
      <p:ext uri="{BB962C8B-B14F-4D97-AF65-F5344CB8AC3E}">
        <p14:creationId xmlns:p14="http://schemas.microsoft.com/office/powerpoint/2010/main" val="630298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80F6CC-28DB-69FB-9E88-CE719094FA81}"/>
              </a:ext>
            </a:extLst>
          </p:cNvPr>
          <p:cNvSpPr>
            <a:spLocks noGrp="1"/>
          </p:cNvSpPr>
          <p:nvPr>
            <p:ph type="title"/>
          </p:nvPr>
        </p:nvSpPr>
        <p:spPr/>
        <p:txBody>
          <a:bodyPr/>
          <a:lstStyle/>
          <a:p>
            <a:r>
              <a:rPr lang="nl-NL" dirty="0"/>
              <a:t>Informatiemodel en 3D</a:t>
            </a:r>
          </a:p>
        </p:txBody>
      </p:sp>
      <p:sp>
        <p:nvSpPr>
          <p:cNvPr id="4" name="Text Placeholder 3">
            <a:extLst>
              <a:ext uri="{FF2B5EF4-FFF2-40B4-BE49-F238E27FC236}">
                <a16:creationId xmlns:a16="http://schemas.microsoft.com/office/drawing/2014/main" id="{D43B8B6D-62F6-56F1-22AB-F049119470DD}"/>
              </a:ext>
            </a:extLst>
          </p:cNvPr>
          <p:cNvSpPr>
            <a:spLocks noGrp="1"/>
          </p:cNvSpPr>
          <p:nvPr>
            <p:ph type="body" sz="quarter" idx="14"/>
          </p:nvPr>
        </p:nvSpPr>
        <p:spPr/>
        <p:txBody>
          <a:bodyPr/>
          <a:lstStyle/>
          <a:p>
            <a:r>
              <a:rPr lang="nl-NL" dirty="0"/>
              <a:t>Diepte </a:t>
            </a:r>
            <a:r>
              <a:rPr lang="nl-NL" dirty="0" err="1"/>
              <a:t>vs</a:t>
            </a:r>
            <a:r>
              <a:rPr lang="nl-NL" dirty="0"/>
              <a:t> absolute Z-coördinaten</a:t>
            </a:r>
          </a:p>
        </p:txBody>
      </p:sp>
      <p:sp>
        <p:nvSpPr>
          <p:cNvPr id="5" name="Slide Number Placeholder 4">
            <a:extLst>
              <a:ext uri="{FF2B5EF4-FFF2-40B4-BE49-F238E27FC236}">
                <a16:creationId xmlns:a16="http://schemas.microsoft.com/office/drawing/2014/main" id="{EABED590-9013-41CF-6EEC-A9D2E894BDF4}"/>
              </a:ext>
            </a:extLst>
          </p:cNvPr>
          <p:cNvSpPr>
            <a:spLocks noGrp="1"/>
          </p:cNvSpPr>
          <p:nvPr>
            <p:ph type="sldNum" sz="quarter" idx="12"/>
          </p:nvPr>
        </p:nvSpPr>
        <p:spPr/>
        <p:txBody>
          <a:bodyPr/>
          <a:lstStyle/>
          <a:p>
            <a:fld id="{55B2A88A-B7BD-41B1-9FCB-9BE633251ACA}" type="slidenum">
              <a:rPr lang="nl-NL" noProof="0" smtClean="0"/>
              <a:t>15</a:t>
            </a:fld>
            <a:endParaRPr lang="nl-NL" noProof="0"/>
          </a:p>
        </p:txBody>
      </p:sp>
      <p:pic>
        <p:nvPicPr>
          <p:cNvPr id="7" name="Picture 6">
            <a:extLst>
              <a:ext uri="{FF2B5EF4-FFF2-40B4-BE49-F238E27FC236}">
                <a16:creationId xmlns:a16="http://schemas.microsoft.com/office/drawing/2014/main" id="{E3DCEA31-B5E6-FF30-DA97-14DE1324D75C}"/>
              </a:ext>
            </a:extLst>
          </p:cNvPr>
          <p:cNvPicPr>
            <a:picLocks noChangeAspect="1"/>
          </p:cNvPicPr>
          <p:nvPr/>
        </p:nvPicPr>
        <p:blipFill rotWithShape="1">
          <a:blip r:embed="rId4"/>
          <a:srcRect l="37424" t="35728" r="41724" b="24013"/>
          <a:stretch/>
        </p:blipFill>
        <p:spPr>
          <a:xfrm>
            <a:off x="5103419" y="1758231"/>
            <a:ext cx="891921" cy="1855433"/>
          </a:xfrm>
          <a:prstGeom prst="rect">
            <a:avLst/>
          </a:prstGeom>
        </p:spPr>
      </p:pic>
      <p:cxnSp>
        <p:nvCxnSpPr>
          <p:cNvPr id="9" name="Straight Connector 8">
            <a:extLst>
              <a:ext uri="{FF2B5EF4-FFF2-40B4-BE49-F238E27FC236}">
                <a16:creationId xmlns:a16="http://schemas.microsoft.com/office/drawing/2014/main" id="{C9103A38-9BEF-5F99-3DC8-1FA761B5DE63}"/>
              </a:ext>
            </a:extLst>
          </p:cNvPr>
          <p:cNvCxnSpPr>
            <a:cxnSpLocks/>
          </p:cNvCxnSpPr>
          <p:nvPr/>
        </p:nvCxnSpPr>
        <p:spPr>
          <a:xfrm>
            <a:off x="5481921" y="3516922"/>
            <a:ext cx="0" cy="1355717"/>
          </a:xfrm>
          <a:prstGeom prst="line">
            <a:avLst/>
          </a:prstGeom>
          <a:ln w="889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060D0C30-3D89-1E06-94E3-48D90A4A7437}"/>
              </a:ext>
            </a:extLst>
          </p:cNvPr>
          <p:cNvSpPr/>
          <p:nvPr/>
        </p:nvSpPr>
        <p:spPr>
          <a:xfrm>
            <a:off x="1160933" y="4867836"/>
            <a:ext cx="5055774" cy="1439690"/>
          </a:xfrm>
          <a:custGeom>
            <a:avLst/>
            <a:gdLst>
              <a:gd name="connsiteX0" fmla="*/ 2164976 w 5082988"/>
              <a:gd name="connsiteY0" fmla="*/ 26894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27294 w 5082988"/>
              <a:gd name="connsiteY5" fmla="*/ 0 h 1465729"/>
              <a:gd name="connsiteX6" fmla="*/ 3240741 w 5082988"/>
              <a:gd name="connsiteY6" fmla="*/ 1107141 h 1465729"/>
              <a:gd name="connsiteX7" fmla="*/ 2156012 w 5082988"/>
              <a:gd name="connsiteY7" fmla="*/ 1120588 h 1465729"/>
              <a:gd name="connsiteX8" fmla="*/ 2164976 w 5082988"/>
              <a:gd name="connsiteY8" fmla="*/ 26894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27294 w 5082988"/>
              <a:gd name="connsiteY5" fmla="*/ 0 h 1465729"/>
              <a:gd name="connsiteX6" fmla="*/ 3240741 w 5082988"/>
              <a:gd name="connsiteY6" fmla="*/ 1107141 h 1465729"/>
              <a:gd name="connsiteX7" fmla="*/ 2156012 w 5082988"/>
              <a:gd name="connsiteY7" fmla="*/ 1120588 h 1465729"/>
              <a:gd name="connsiteX8" fmla="*/ 2164976 w 5082988"/>
              <a:gd name="connsiteY8" fmla="*/ 31377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8179 w 5082988"/>
              <a:gd name="connsiteY5" fmla="*/ 23586 h 1465729"/>
              <a:gd name="connsiteX6" fmla="*/ 3240741 w 5082988"/>
              <a:gd name="connsiteY6" fmla="*/ 1107141 h 1465729"/>
              <a:gd name="connsiteX7" fmla="*/ 2156012 w 5082988"/>
              <a:gd name="connsiteY7" fmla="*/ 1120588 h 1465729"/>
              <a:gd name="connsiteX8" fmla="*/ 2164976 w 5082988"/>
              <a:gd name="connsiteY8" fmla="*/ 31377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8179 w 5082988"/>
              <a:gd name="connsiteY5" fmla="*/ 23586 h 1465729"/>
              <a:gd name="connsiteX6" fmla="*/ 3240741 w 5082988"/>
              <a:gd name="connsiteY6" fmla="*/ 1107141 h 1465729"/>
              <a:gd name="connsiteX7" fmla="*/ 2161455 w 5082988"/>
              <a:gd name="connsiteY7" fmla="*/ 1106073 h 1465729"/>
              <a:gd name="connsiteX8" fmla="*/ 2164976 w 5082988"/>
              <a:gd name="connsiteY8" fmla="*/ 31377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2737 w 5082988"/>
              <a:gd name="connsiteY5" fmla="*/ 18143 h 1465729"/>
              <a:gd name="connsiteX6" fmla="*/ 3240741 w 5082988"/>
              <a:gd name="connsiteY6" fmla="*/ 1107141 h 1465729"/>
              <a:gd name="connsiteX7" fmla="*/ 2161455 w 5082988"/>
              <a:gd name="connsiteY7" fmla="*/ 1106073 h 1465729"/>
              <a:gd name="connsiteX8" fmla="*/ 2164976 w 5082988"/>
              <a:gd name="connsiteY8" fmla="*/ 31377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2737 w 5082988"/>
              <a:gd name="connsiteY5" fmla="*/ 12700 h 1465729"/>
              <a:gd name="connsiteX6" fmla="*/ 3240741 w 5082988"/>
              <a:gd name="connsiteY6" fmla="*/ 1107141 h 1465729"/>
              <a:gd name="connsiteX7" fmla="*/ 2161455 w 5082988"/>
              <a:gd name="connsiteY7" fmla="*/ 1106073 h 1465729"/>
              <a:gd name="connsiteX8" fmla="*/ 2164976 w 5082988"/>
              <a:gd name="connsiteY8" fmla="*/ 31377 h 1465729"/>
              <a:gd name="connsiteX0" fmla="*/ 2164976 w 5082988"/>
              <a:gd name="connsiteY0" fmla="*/ 31377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4551 w 5082988"/>
              <a:gd name="connsiteY5" fmla="*/ 19957 h 1465729"/>
              <a:gd name="connsiteX6" fmla="*/ 3240741 w 5082988"/>
              <a:gd name="connsiteY6" fmla="*/ 1107141 h 1465729"/>
              <a:gd name="connsiteX7" fmla="*/ 2161455 w 5082988"/>
              <a:gd name="connsiteY7" fmla="*/ 1106073 h 1465729"/>
              <a:gd name="connsiteX8" fmla="*/ 2164976 w 5082988"/>
              <a:gd name="connsiteY8" fmla="*/ 31377 h 1465729"/>
              <a:gd name="connsiteX0" fmla="*/ 2164976 w 5082988"/>
              <a:gd name="connsiteY0" fmla="*/ 24573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4551 w 5082988"/>
              <a:gd name="connsiteY5" fmla="*/ 19957 h 1465729"/>
              <a:gd name="connsiteX6" fmla="*/ 3240741 w 5082988"/>
              <a:gd name="connsiteY6" fmla="*/ 1107141 h 1465729"/>
              <a:gd name="connsiteX7" fmla="*/ 2161455 w 5082988"/>
              <a:gd name="connsiteY7" fmla="*/ 1106073 h 1465729"/>
              <a:gd name="connsiteX8" fmla="*/ 2164976 w 5082988"/>
              <a:gd name="connsiteY8" fmla="*/ 24573 h 1465729"/>
              <a:gd name="connsiteX0" fmla="*/ 2164976 w 5082988"/>
              <a:gd name="connsiteY0" fmla="*/ 24573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4551 w 5082988"/>
              <a:gd name="connsiteY5" fmla="*/ 19957 h 1465729"/>
              <a:gd name="connsiteX6" fmla="*/ 3240741 w 5082988"/>
              <a:gd name="connsiteY6" fmla="*/ 1107141 h 1465729"/>
              <a:gd name="connsiteX7" fmla="*/ 2165537 w 5082988"/>
              <a:gd name="connsiteY7" fmla="*/ 1106073 h 1465729"/>
              <a:gd name="connsiteX8" fmla="*/ 2164976 w 5082988"/>
              <a:gd name="connsiteY8" fmla="*/ 24573 h 1465729"/>
              <a:gd name="connsiteX0" fmla="*/ 2164976 w 5082988"/>
              <a:gd name="connsiteY0" fmla="*/ 24573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4551 w 5082988"/>
              <a:gd name="connsiteY5" fmla="*/ 19957 h 1465729"/>
              <a:gd name="connsiteX6" fmla="*/ 3236659 w 5082988"/>
              <a:gd name="connsiteY6" fmla="*/ 1107141 h 1465729"/>
              <a:gd name="connsiteX7" fmla="*/ 2165537 w 5082988"/>
              <a:gd name="connsiteY7" fmla="*/ 1106073 h 1465729"/>
              <a:gd name="connsiteX8" fmla="*/ 2164976 w 5082988"/>
              <a:gd name="connsiteY8" fmla="*/ 24573 h 1465729"/>
              <a:gd name="connsiteX0" fmla="*/ 2164976 w 5082988"/>
              <a:gd name="connsiteY0" fmla="*/ 24573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8633 w 5082988"/>
              <a:gd name="connsiteY5" fmla="*/ 24039 h 1465729"/>
              <a:gd name="connsiteX6" fmla="*/ 3236659 w 5082988"/>
              <a:gd name="connsiteY6" fmla="*/ 1107141 h 1465729"/>
              <a:gd name="connsiteX7" fmla="*/ 2165537 w 5082988"/>
              <a:gd name="connsiteY7" fmla="*/ 1106073 h 1465729"/>
              <a:gd name="connsiteX8" fmla="*/ 2164976 w 5082988"/>
              <a:gd name="connsiteY8" fmla="*/ 24573 h 1465729"/>
              <a:gd name="connsiteX0" fmla="*/ 2164976 w 5082988"/>
              <a:gd name="connsiteY0" fmla="*/ 24573 h 1465729"/>
              <a:gd name="connsiteX1" fmla="*/ 4482 w 5082988"/>
              <a:gd name="connsiteY1" fmla="*/ 22411 h 1465729"/>
              <a:gd name="connsiteX2" fmla="*/ 0 w 5082988"/>
              <a:gd name="connsiteY2" fmla="*/ 1452282 h 1465729"/>
              <a:gd name="connsiteX3" fmla="*/ 5082988 w 5082988"/>
              <a:gd name="connsiteY3" fmla="*/ 1465729 h 1465729"/>
              <a:gd name="connsiteX4" fmla="*/ 5047129 w 5082988"/>
              <a:gd name="connsiteY4" fmla="*/ 0 h 1465729"/>
              <a:gd name="connsiteX5" fmla="*/ 3238633 w 5082988"/>
              <a:gd name="connsiteY5" fmla="*/ 24039 h 1465729"/>
              <a:gd name="connsiteX6" fmla="*/ 3243463 w 5082988"/>
              <a:gd name="connsiteY6" fmla="*/ 1107141 h 1465729"/>
              <a:gd name="connsiteX7" fmla="*/ 2165537 w 5082988"/>
              <a:gd name="connsiteY7" fmla="*/ 1106073 h 1465729"/>
              <a:gd name="connsiteX8" fmla="*/ 2164976 w 5082988"/>
              <a:gd name="connsiteY8" fmla="*/ 24573 h 1465729"/>
              <a:gd name="connsiteX0" fmla="*/ 2164976 w 5082988"/>
              <a:gd name="connsiteY0" fmla="*/ 2162 h 1443318"/>
              <a:gd name="connsiteX1" fmla="*/ 4482 w 5082988"/>
              <a:gd name="connsiteY1" fmla="*/ 0 h 1443318"/>
              <a:gd name="connsiteX2" fmla="*/ 0 w 5082988"/>
              <a:gd name="connsiteY2" fmla="*/ 1429871 h 1443318"/>
              <a:gd name="connsiteX3" fmla="*/ 5082988 w 5082988"/>
              <a:gd name="connsiteY3" fmla="*/ 1443318 h 1443318"/>
              <a:gd name="connsiteX4" fmla="*/ 5050757 w 5082988"/>
              <a:gd name="connsiteY4" fmla="*/ 4803 h 1443318"/>
              <a:gd name="connsiteX5" fmla="*/ 3238633 w 5082988"/>
              <a:gd name="connsiteY5" fmla="*/ 1628 h 1443318"/>
              <a:gd name="connsiteX6" fmla="*/ 3243463 w 5082988"/>
              <a:gd name="connsiteY6" fmla="*/ 1084730 h 1443318"/>
              <a:gd name="connsiteX7" fmla="*/ 2165537 w 5082988"/>
              <a:gd name="connsiteY7" fmla="*/ 1083662 h 1443318"/>
              <a:gd name="connsiteX8" fmla="*/ 2164976 w 5082988"/>
              <a:gd name="connsiteY8" fmla="*/ 2162 h 1443318"/>
              <a:gd name="connsiteX0" fmla="*/ 2164976 w 5055774"/>
              <a:gd name="connsiteY0" fmla="*/ 2162 h 1439690"/>
              <a:gd name="connsiteX1" fmla="*/ 4482 w 5055774"/>
              <a:gd name="connsiteY1" fmla="*/ 0 h 1439690"/>
              <a:gd name="connsiteX2" fmla="*/ 0 w 5055774"/>
              <a:gd name="connsiteY2" fmla="*/ 1429871 h 1439690"/>
              <a:gd name="connsiteX3" fmla="*/ 5055774 w 5055774"/>
              <a:gd name="connsiteY3" fmla="*/ 1439690 h 1439690"/>
              <a:gd name="connsiteX4" fmla="*/ 5050757 w 5055774"/>
              <a:gd name="connsiteY4" fmla="*/ 4803 h 1439690"/>
              <a:gd name="connsiteX5" fmla="*/ 3238633 w 5055774"/>
              <a:gd name="connsiteY5" fmla="*/ 1628 h 1439690"/>
              <a:gd name="connsiteX6" fmla="*/ 3243463 w 5055774"/>
              <a:gd name="connsiteY6" fmla="*/ 1084730 h 1439690"/>
              <a:gd name="connsiteX7" fmla="*/ 2165537 w 5055774"/>
              <a:gd name="connsiteY7" fmla="*/ 1083662 h 1439690"/>
              <a:gd name="connsiteX8" fmla="*/ 2164976 w 5055774"/>
              <a:gd name="connsiteY8" fmla="*/ 2162 h 143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5774" h="1439690">
                <a:moveTo>
                  <a:pt x="2164976" y="2162"/>
                </a:moveTo>
                <a:lnTo>
                  <a:pt x="4482" y="0"/>
                </a:lnTo>
                <a:lnTo>
                  <a:pt x="0" y="1429871"/>
                </a:lnTo>
                <a:lnTo>
                  <a:pt x="5055774" y="1439690"/>
                </a:lnTo>
                <a:cubicBezTo>
                  <a:pt x="5054102" y="961394"/>
                  <a:pt x="5052429" y="483099"/>
                  <a:pt x="5050757" y="4803"/>
                </a:cubicBezTo>
                <a:lnTo>
                  <a:pt x="3238633" y="1628"/>
                </a:lnTo>
                <a:cubicBezTo>
                  <a:pt x="3240696" y="364023"/>
                  <a:pt x="3241400" y="722335"/>
                  <a:pt x="3243463" y="1084730"/>
                </a:cubicBezTo>
                <a:lnTo>
                  <a:pt x="2165537" y="1083662"/>
                </a:lnTo>
                <a:cubicBezTo>
                  <a:pt x="2166711" y="725430"/>
                  <a:pt x="2163802" y="360394"/>
                  <a:pt x="2164976" y="2162"/>
                </a:cubicBezTo>
                <a:close/>
              </a:path>
            </a:pathLst>
          </a:custGeom>
          <a:pattFill prst="ltDnDiag">
            <a:fgClr>
              <a:schemeClr val="bg1">
                <a:lumMod val="5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3" name="Oval 12">
            <a:extLst>
              <a:ext uri="{FF2B5EF4-FFF2-40B4-BE49-F238E27FC236}">
                <a16:creationId xmlns:a16="http://schemas.microsoft.com/office/drawing/2014/main" id="{5557685A-951D-1A31-3FE0-F65310FC71DF}"/>
              </a:ext>
            </a:extLst>
          </p:cNvPr>
          <p:cNvSpPr/>
          <p:nvPr/>
        </p:nvSpPr>
        <p:spPr>
          <a:xfrm>
            <a:off x="3321921" y="5736770"/>
            <a:ext cx="207829" cy="21222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4" name="Oval 13">
            <a:extLst>
              <a:ext uri="{FF2B5EF4-FFF2-40B4-BE49-F238E27FC236}">
                <a16:creationId xmlns:a16="http://schemas.microsoft.com/office/drawing/2014/main" id="{1DB87618-68B5-5A74-9E1E-FF3A7D00945A}"/>
              </a:ext>
            </a:extLst>
          </p:cNvPr>
          <p:cNvSpPr/>
          <p:nvPr/>
        </p:nvSpPr>
        <p:spPr>
          <a:xfrm>
            <a:off x="3529750" y="5735451"/>
            <a:ext cx="207829" cy="21222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6" name="Straight Connector 15">
            <a:extLst>
              <a:ext uri="{FF2B5EF4-FFF2-40B4-BE49-F238E27FC236}">
                <a16:creationId xmlns:a16="http://schemas.microsoft.com/office/drawing/2014/main" id="{7375732C-33BE-E384-EB72-B5E7345A09B9}"/>
              </a:ext>
            </a:extLst>
          </p:cNvPr>
          <p:cNvCxnSpPr>
            <a:stCxn id="12" idx="4"/>
          </p:cNvCxnSpPr>
          <p:nvPr/>
        </p:nvCxnSpPr>
        <p:spPr>
          <a:xfrm flipV="1">
            <a:off x="6211690" y="4858871"/>
            <a:ext cx="710231" cy="13768"/>
          </a:xfrm>
          <a:prstGeom prst="line">
            <a:avLst/>
          </a:prstGeom>
          <a:ln w="44450">
            <a:headEnd type="stealt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23E55B4-0FD2-0596-8D3B-BECCC9F207A7}"/>
              </a:ext>
            </a:extLst>
          </p:cNvPr>
          <p:cNvCxnSpPr/>
          <p:nvPr/>
        </p:nvCxnSpPr>
        <p:spPr>
          <a:xfrm flipV="1">
            <a:off x="6216707" y="5810801"/>
            <a:ext cx="710231" cy="13768"/>
          </a:xfrm>
          <a:prstGeom prst="line">
            <a:avLst/>
          </a:prstGeom>
          <a:ln w="44450">
            <a:headEnd type="stealt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CA68B1D-CC32-8266-8214-C7B04661CE25}"/>
              </a:ext>
            </a:extLst>
          </p:cNvPr>
          <p:cNvSpPr txBox="1"/>
          <p:nvPr/>
        </p:nvSpPr>
        <p:spPr>
          <a:xfrm>
            <a:off x="6921921" y="4742644"/>
            <a:ext cx="1883016" cy="307777"/>
          </a:xfrm>
          <a:prstGeom prst="rect">
            <a:avLst/>
          </a:prstGeom>
          <a:noFill/>
        </p:spPr>
        <p:txBody>
          <a:bodyPr wrap="none" lIns="0" tIns="0" rIns="0" bIns="0" rtlCol="0" anchor="t">
            <a:spAutoFit/>
          </a:bodyPr>
          <a:lstStyle/>
          <a:p>
            <a:pPr algn="l"/>
            <a:r>
              <a:rPr lang="nl-NL" sz="2000" b="1" dirty="0">
                <a:solidFill>
                  <a:schemeClr val="tx2"/>
                </a:solidFill>
              </a:rPr>
              <a:t>Maaiveldhoogte</a:t>
            </a:r>
          </a:p>
        </p:txBody>
      </p:sp>
      <p:sp>
        <p:nvSpPr>
          <p:cNvPr id="19" name="TextBox 18">
            <a:extLst>
              <a:ext uri="{FF2B5EF4-FFF2-40B4-BE49-F238E27FC236}">
                <a16:creationId xmlns:a16="http://schemas.microsoft.com/office/drawing/2014/main" id="{013600E5-4325-D2D8-4CF3-7C7F35AA80EB}"/>
              </a:ext>
            </a:extLst>
          </p:cNvPr>
          <p:cNvSpPr txBox="1"/>
          <p:nvPr/>
        </p:nvSpPr>
        <p:spPr>
          <a:xfrm>
            <a:off x="6921921" y="5694574"/>
            <a:ext cx="1907573" cy="615553"/>
          </a:xfrm>
          <a:prstGeom prst="rect">
            <a:avLst/>
          </a:prstGeom>
          <a:noFill/>
        </p:spPr>
        <p:txBody>
          <a:bodyPr wrap="none" lIns="0" tIns="0" rIns="0" bIns="0" rtlCol="0" anchor="t">
            <a:spAutoFit/>
          </a:bodyPr>
          <a:lstStyle/>
          <a:p>
            <a:pPr algn="l"/>
            <a:r>
              <a:rPr lang="nl-NL" sz="2000" b="1" dirty="0">
                <a:solidFill>
                  <a:schemeClr val="tx2"/>
                </a:solidFill>
              </a:rPr>
              <a:t>Z-coördinaat </a:t>
            </a:r>
          </a:p>
          <a:p>
            <a:pPr algn="l"/>
            <a:r>
              <a:rPr lang="nl-NL" sz="2000" b="1" dirty="0">
                <a:solidFill>
                  <a:schemeClr val="tx2"/>
                </a:solidFill>
              </a:rPr>
              <a:t>Bovenkant kabel</a:t>
            </a:r>
          </a:p>
        </p:txBody>
      </p:sp>
      <p:sp>
        <p:nvSpPr>
          <p:cNvPr id="20" name="Left Brace 19">
            <a:extLst>
              <a:ext uri="{FF2B5EF4-FFF2-40B4-BE49-F238E27FC236}">
                <a16:creationId xmlns:a16="http://schemas.microsoft.com/office/drawing/2014/main" id="{470360B3-1C9F-F913-4F45-6BCADB224078}"/>
              </a:ext>
            </a:extLst>
          </p:cNvPr>
          <p:cNvSpPr/>
          <p:nvPr/>
        </p:nvSpPr>
        <p:spPr>
          <a:xfrm>
            <a:off x="954092" y="4865754"/>
            <a:ext cx="207829" cy="86969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21" name="TextBox 20">
            <a:extLst>
              <a:ext uri="{FF2B5EF4-FFF2-40B4-BE49-F238E27FC236}">
                <a16:creationId xmlns:a16="http://schemas.microsoft.com/office/drawing/2014/main" id="{2680AD7D-CF99-8BBE-042B-77D873C343CF}"/>
              </a:ext>
            </a:extLst>
          </p:cNvPr>
          <p:cNvSpPr txBox="1"/>
          <p:nvPr/>
        </p:nvSpPr>
        <p:spPr>
          <a:xfrm>
            <a:off x="81921" y="4972128"/>
            <a:ext cx="1071457" cy="615553"/>
          </a:xfrm>
          <a:prstGeom prst="rect">
            <a:avLst/>
          </a:prstGeom>
          <a:noFill/>
        </p:spPr>
        <p:txBody>
          <a:bodyPr wrap="square" lIns="0" tIns="0" rIns="0" bIns="0" rtlCol="0" anchor="t">
            <a:spAutoFit/>
          </a:bodyPr>
          <a:lstStyle/>
          <a:p>
            <a:pPr algn="l"/>
            <a:r>
              <a:rPr lang="nl-NL" sz="2000" b="1" dirty="0">
                <a:solidFill>
                  <a:schemeClr val="tx2"/>
                </a:solidFill>
              </a:rPr>
              <a:t>Diepte</a:t>
            </a:r>
          </a:p>
          <a:p>
            <a:pPr algn="l"/>
            <a:r>
              <a:rPr lang="nl-NL" sz="2000" b="1" dirty="0">
                <a:solidFill>
                  <a:schemeClr val="tx2"/>
                </a:solidFill>
              </a:rPr>
              <a:t>ligging</a:t>
            </a:r>
          </a:p>
        </p:txBody>
      </p:sp>
      <p:pic>
        <p:nvPicPr>
          <p:cNvPr id="22" name="Picture 21">
            <a:extLst>
              <a:ext uri="{FF2B5EF4-FFF2-40B4-BE49-F238E27FC236}">
                <a16:creationId xmlns:a16="http://schemas.microsoft.com/office/drawing/2014/main" id="{98FB9C95-FC22-543A-BD70-09918317C06B}"/>
              </a:ext>
            </a:extLst>
          </p:cNvPr>
          <p:cNvPicPr>
            <a:picLocks noChangeAspect="1"/>
          </p:cNvPicPr>
          <p:nvPr/>
        </p:nvPicPr>
        <p:blipFill rotWithShape="1">
          <a:blip r:embed="rId4"/>
          <a:srcRect l="37424" t="35728" r="41724" b="24013"/>
          <a:stretch/>
        </p:blipFill>
        <p:spPr>
          <a:xfrm>
            <a:off x="3250208" y="2637288"/>
            <a:ext cx="891921" cy="1855433"/>
          </a:xfrm>
          <a:prstGeom prst="rect">
            <a:avLst/>
          </a:prstGeom>
        </p:spPr>
      </p:pic>
      <p:cxnSp>
        <p:nvCxnSpPr>
          <p:cNvPr id="23" name="Straight Connector 22">
            <a:extLst>
              <a:ext uri="{FF2B5EF4-FFF2-40B4-BE49-F238E27FC236}">
                <a16:creationId xmlns:a16="http://schemas.microsoft.com/office/drawing/2014/main" id="{50E8689D-C986-95FC-2178-19AB1724373A}"/>
              </a:ext>
            </a:extLst>
          </p:cNvPr>
          <p:cNvCxnSpPr>
            <a:cxnSpLocks/>
          </p:cNvCxnSpPr>
          <p:nvPr/>
        </p:nvCxnSpPr>
        <p:spPr>
          <a:xfrm>
            <a:off x="3628710" y="4395979"/>
            <a:ext cx="0" cy="1355717"/>
          </a:xfrm>
          <a:prstGeom prst="line">
            <a:avLst/>
          </a:prstGeom>
          <a:ln w="88900">
            <a:solidFill>
              <a:schemeClr val="bg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15BDA4-DA7B-6F68-6B2A-44805D27C0FF}"/>
              </a:ext>
            </a:extLst>
          </p:cNvPr>
          <p:cNvSpPr txBox="1"/>
          <p:nvPr/>
        </p:nvSpPr>
        <p:spPr>
          <a:xfrm>
            <a:off x="1844980" y="3274226"/>
            <a:ext cx="1800000" cy="615553"/>
          </a:xfrm>
          <a:prstGeom prst="rect">
            <a:avLst/>
          </a:prstGeom>
          <a:noFill/>
        </p:spPr>
        <p:txBody>
          <a:bodyPr wrap="square" lIns="0" tIns="0" rIns="0" bIns="0" rtlCol="0" anchor="t">
            <a:spAutoFit/>
          </a:bodyPr>
          <a:lstStyle/>
          <a:p>
            <a:pPr algn="l"/>
            <a:r>
              <a:rPr lang="nl-NL" sz="2000" b="1" dirty="0">
                <a:solidFill>
                  <a:schemeClr val="tx2"/>
                </a:solidFill>
              </a:rPr>
              <a:t>Inmeten infrastructuur</a:t>
            </a:r>
          </a:p>
        </p:txBody>
      </p:sp>
      <p:sp>
        <p:nvSpPr>
          <p:cNvPr id="25" name="TextBox 24">
            <a:extLst>
              <a:ext uri="{FF2B5EF4-FFF2-40B4-BE49-F238E27FC236}">
                <a16:creationId xmlns:a16="http://schemas.microsoft.com/office/drawing/2014/main" id="{826A020A-6E9D-B96C-E164-7354E54350EE}"/>
              </a:ext>
            </a:extLst>
          </p:cNvPr>
          <p:cNvSpPr txBox="1"/>
          <p:nvPr/>
        </p:nvSpPr>
        <p:spPr>
          <a:xfrm>
            <a:off x="6201921" y="2529296"/>
            <a:ext cx="2511457" cy="615553"/>
          </a:xfrm>
          <a:prstGeom prst="rect">
            <a:avLst/>
          </a:prstGeom>
          <a:noFill/>
        </p:spPr>
        <p:txBody>
          <a:bodyPr wrap="square" lIns="0" tIns="0" rIns="0" bIns="0" rtlCol="0" anchor="t">
            <a:spAutoFit/>
          </a:bodyPr>
          <a:lstStyle/>
          <a:p>
            <a:pPr algn="l"/>
            <a:r>
              <a:rPr lang="nl-NL" sz="2000" b="1" dirty="0">
                <a:solidFill>
                  <a:schemeClr val="tx2"/>
                </a:solidFill>
              </a:rPr>
              <a:t>Inmeten punt </a:t>
            </a:r>
            <a:r>
              <a:rPr lang="nl-NL" sz="2000" b="1" dirty="0" err="1">
                <a:solidFill>
                  <a:schemeClr val="tx2"/>
                </a:solidFill>
              </a:rPr>
              <a:t>Amaaiveldhoogte</a:t>
            </a:r>
            <a:endParaRPr lang="nl-NL" sz="2000" b="1" dirty="0">
              <a:solidFill>
                <a:schemeClr val="tx2"/>
              </a:solidFill>
            </a:endParaRPr>
          </a:p>
        </p:txBody>
      </p:sp>
      <p:sp>
        <p:nvSpPr>
          <p:cNvPr id="6" name="TextBox 5">
            <a:extLst>
              <a:ext uri="{FF2B5EF4-FFF2-40B4-BE49-F238E27FC236}">
                <a16:creationId xmlns:a16="http://schemas.microsoft.com/office/drawing/2014/main" id="{1CE12E22-03B5-D93C-0A8F-AEC1395EDEBF}"/>
              </a:ext>
            </a:extLst>
          </p:cNvPr>
          <p:cNvSpPr txBox="1"/>
          <p:nvPr/>
        </p:nvSpPr>
        <p:spPr>
          <a:xfrm>
            <a:off x="9040906" y="1172919"/>
            <a:ext cx="3151093" cy="5632311"/>
          </a:xfrm>
          <a:prstGeom prst="rect">
            <a:avLst/>
          </a:prstGeom>
          <a:noFill/>
        </p:spPr>
        <p:txBody>
          <a:bodyPr wrap="square">
            <a:spAutoFit/>
          </a:bodyPr>
          <a:lstStyle/>
          <a:p>
            <a:r>
              <a:rPr lang="nl-NL" b="1" dirty="0">
                <a:solidFill>
                  <a:schemeClr val="tx2"/>
                </a:solidFill>
                <a:cs typeface="Calibri Light" panose="020F0302020204030204" pitchFamily="34" charset="0"/>
              </a:rPr>
              <a:t>Uitgangspunten:</a:t>
            </a:r>
          </a:p>
          <a:p>
            <a:pPr marL="285750" indent="-285750">
              <a:buFont typeface="Arial" panose="020B0604020202020204" pitchFamily="34" charset="0"/>
              <a:buChar char="•"/>
            </a:pPr>
            <a:r>
              <a:rPr lang="nl-NL" b="1" dirty="0">
                <a:solidFill>
                  <a:schemeClr val="tx2"/>
                </a:solidFill>
                <a:cs typeface="Calibri Light" panose="020F0302020204030204" pitchFamily="34" charset="0"/>
              </a:rPr>
              <a:t>Coördinaten zijn 3D: we willen de Z-coördinaat die met GPS wordt ingemeten behouden!</a:t>
            </a:r>
          </a:p>
          <a:p>
            <a:pPr marL="285750" indent="-285750">
              <a:buFont typeface="Arial" panose="020B0604020202020204" pitchFamily="34" charset="0"/>
              <a:buChar char="•"/>
            </a:pPr>
            <a:r>
              <a:rPr lang="nl-NL" b="1" dirty="0">
                <a:solidFill>
                  <a:schemeClr val="tx2"/>
                </a:solidFill>
                <a:cs typeface="Calibri Light" panose="020F0302020204030204" pitchFamily="34" charset="0"/>
              </a:rPr>
              <a:t>Z-coördinaten zijn dus absoluut.</a:t>
            </a:r>
          </a:p>
          <a:p>
            <a:pPr marL="285750" indent="-285750">
              <a:buFont typeface="Arial" panose="020B0604020202020204" pitchFamily="34" charset="0"/>
              <a:buChar char="•"/>
            </a:pPr>
            <a:r>
              <a:rPr lang="nl-NL" b="1" dirty="0">
                <a:solidFill>
                  <a:schemeClr val="tx2"/>
                </a:solidFill>
                <a:cs typeface="Calibri Light" panose="020F0302020204030204" pitchFamily="34" charset="0"/>
              </a:rPr>
              <a:t>Om relatieve diepte te bepalen worden puntobjecten</a:t>
            </a:r>
            <a:br>
              <a:rPr lang="nl-NL" b="1" dirty="0">
                <a:solidFill>
                  <a:schemeClr val="tx2"/>
                </a:solidFill>
                <a:cs typeface="Calibri Light" panose="020F0302020204030204" pitchFamily="34" charset="0"/>
              </a:rPr>
            </a:br>
            <a:r>
              <a:rPr lang="nl-NL" b="1" dirty="0">
                <a:solidFill>
                  <a:schemeClr val="tx2"/>
                </a:solidFill>
                <a:cs typeface="Calibri Light" panose="020F0302020204030204" pitchFamily="34" charset="0"/>
              </a:rPr>
              <a:t>"</a:t>
            </a:r>
            <a:r>
              <a:rPr lang="nl-NL" b="1" dirty="0" err="1">
                <a:solidFill>
                  <a:schemeClr val="tx2"/>
                </a:solidFill>
                <a:cs typeface="Calibri Light" panose="020F0302020204030204" pitchFamily="34" charset="0"/>
              </a:rPr>
              <a:t>Amaaiveldhoogte</a:t>
            </a:r>
            <a:r>
              <a:rPr lang="nl-NL" b="1" dirty="0">
                <a:solidFill>
                  <a:schemeClr val="tx2"/>
                </a:solidFill>
                <a:cs typeface="Calibri Light" panose="020F0302020204030204" pitchFamily="34" charset="0"/>
              </a:rPr>
              <a:t>" ingemeten</a:t>
            </a:r>
          </a:p>
          <a:p>
            <a:pPr marL="285750" indent="-285750">
              <a:buFont typeface="Arial" panose="020B0604020202020204" pitchFamily="34" charset="0"/>
              <a:buChar char="•"/>
            </a:pPr>
            <a:r>
              <a:rPr lang="nl-NL" b="1" dirty="0">
                <a:solidFill>
                  <a:schemeClr val="tx2"/>
                </a:solidFill>
                <a:cs typeface="Calibri Light" panose="020F0302020204030204" pitchFamily="34" charset="0"/>
              </a:rPr>
              <a:t>Het model dwingt volledig 3D niet af: ook de huidige wijze registreren wordt ondersteund</a:t>
            </a:r>
          </a:p>
          <a:p>
            <a:pPr marL="285750" indent="-285750">
              <a:buFont typeface="Arial" panose="020B0604020202020204" pitchFamily="34" charset="0"/>
              <a:buChar char="•"/>
            </a:pPr>
            <a:r>
              <a:rPr lang="nl-NL" b="1" dirty="0">
                <a:solidFill>
                  <a:schemeClr val="tx2"/>
                </a:solidFill>
                <a:cs typeface="Calibri Light" panose="020F0302020204030204" pitchFamily="34" charset="0"/>
              </a:rPr>
              <a:t>Z-coördinaten in RD, Z </a:t>
            </a:r>
            <a:r>
              <a:rPr lang="nl-NL" b="1" dirty="0" err="1">
                <a:solidFill>
                  <a:schemeClr val="tx2"/>
                </a:solidFill>
                <a:cs typeface="Calibri Light" panose="020F0302020204030204" pitchFamily="34" charset="0"/>
              </a:rPr>
              <a:t>tov</a:t>
            </a:r>
            <a:r>
              <a:rPr lang="nl-NL" b="1" dirty="0">
                <a:solidFill>
                  <a:schemeClr val="tx2"/>
                </a:solidFill>
                <a:cs typeface="Calibri Light" panose="020F0302020204030204" pitchFamily="34" charset="0"/>
              </a:rPr>
              <a:t> NAP.</a:t>
            </a:r>
          </a:p>
          <a:p>
            <a:endParaRPr lang="nl-NL" b="1" dirty="0">
              <a:solidFill>
                <a:schemeClr val="tx2"/>
              </a:solidFill>
              <a:cs typeface="Calibri Light" panose="020F0302020204030204" pitchFamily="34" charset="0"/>
            </a:endParaRPr>
          </a:p>
        </p:txBody>
      </p:sp>
    </p:spTree>
    <p:extLst>
      <p:ext uri="{BB962C8B-B14F-4D97-AF65-F5344CB8AC3E}">
        <p14:creationId xmlns:p14="http://schemas.microsoft.com/office/powerpoint/2010/main" val="2377399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4A0B9DC-37F0-8175-27EA-A1001D0F3EC6}"/>
              </a:ext>
            </a:extLst>
          </p:cNvPr>
          <p:cNvSpPr>
            <a:spLocks noGrp="1"/>
          </p:cNvSpPr>
          <p:nvPr>
            <p:ph type="body" orient="vert" idx="1"/>
          </p:nvPr>
        </p:nvSpPr>
        <p:spPr/>
        <p:txBody>
          <a:bodyPr/>
          <a:lstStyle/>
          <a:p>
            <a:pPr marL="285750" indent="-285750">
              <a:buFont typeface="Arial" panose="020B0604020202020204" pitchFamily="34" charset="0"/>
              <a:buChar char="•"/>
            </a:pPr>
            <a:r>
              <a:rPr lang="nl-NL" b="0" i="0" dirty="0">
                <a:solidFill>
                  <a:srgbClr val="323130"/>
                </a:solidFill>
                <a:effectLst/>
                <a:latin typeface="Segoe UI" panose="020B0502040204020203" pitchFamily="34" charset="0"/>
              </a:rPr>
              <a:t>Z-coördinaat is ten opzichte van NAP (dus niet t.o.v. maaiveld)</a:t>
            </a:r>
          </a:p>
          <a:p>
            <a:pPr marL="285750" indent="-285750">
              <a:buFont typeface="Arial" panose="020B0604020202020204" pitchFamily="34" charset="0"/>
              <a:buChar char="•"/>
            </a:pPr>
            <a:r>
              <a:rPr lang="nl-NL" b="0" i="0" dirty="0">
                <a:solidFill>
                  <a:srgbClr val="323130"/>
                </a:solidFill>
                <a:effectLst/>
                <a:latin typeface="Segoe UI" panose="020B0502040204020203" pitchFamily="34" charset="0"/>
              </a:rPr>
              <a:t>X en Y in het Nederlandse </a:t>
            </a:r>
            <a:r>
              <a:rPr lang="nl-NL" b="0" i="0" dirty="0" err="1">
                <a:solidFill>
                  <a:srgbClr val="323130"/>
                </a:solidFill>
                <a:effectLst/>
                <a:latin typeface="Segoe UI" panose="020B0502040204020203" pitchFamily="34" charset="0"/>
              </a:rPr>
              <a:t>Rijksdriehoeksstelsel</a:t>
            </a:r>
            <a:r>
              <a:rPr lang="nl-NL" b="0" i="0" dirty="0">
                <a:solidFill>
                  <a:srgbClr val="323130"/>
                </a:solidFill>
                <a:effectLst/>
                <a:latin typeface="Segoe UI" panose="020B0502040204020203" pitchFamily="34" charset="0"/>
              </a:rPr>
              <a:t> (RD New)</a:t>
            </a:r>
          </a:p>
          <a:p>
            <a:pPr marL="285750" indent="-285750">
              <a:buFont typeface="Arial" panose="020B0604020202020204" pitchFamily="34" charset="0"/>
              <a:buChar char="•"/>
            </a:pPr>
            <a:r>
              <a:rPr lang="nl-NL" b="0" i="0" dirty="0">
                <a:solidFill>
                  <a:srgbClr val="323130"/>
                </a:solidFill>
                <a:effectLst/>
                <a:latin typeface="Segoe UI" panose="020B0502040204020203" pitchFamily="34" charset="0"/>
              </a:rPr>
              <a:t>We gebruiken EPSG: 7415, deze bestaat uit:</a:t>
            </a:r>
          </a:p>
          <a:p>
            <a:pPr marL="466702" lvl="2" indent="-285750"/>
            <a:r>
              <a:rPr lang="nl-NL" b="0" i="0" dirty="0">
                <a:solidFill>
                  <a:srgbClr val="323130"/>
                </a:solidFill>
                <a:effectLst/>
                <a:latin typeface="Segoe UI" panose="020B0502040204020203" pitchFamily="34" charset="0"/>
              </a:rPr>
              <a:t>horizontaal 28992 (RD New)</a:t>
            </a:r>
          </a:p>
          <a:p>
            <a:pPr marL="466702" lvl="2" indent="-285750"/>
            <a:r>
              <a:rPr lang="nl-NL" b="0" i="0" dirty="0" err="1">
                <a:solidFill>
                  <a:srgbClr val="323130"/>
                </a:solidFill>
                <a:effectLst/>
                <a:latin typeface="Segoe UI" panose="020B0502040204020203" pitchFamily="34" charset="0"/>
              </a:rPr>
              <a:t>vertikaal</a:t>
            </a:r>
            <a:r>
              <a:rPr lang="nl-NL" b="0" i="0" dirty="0">
                <a:solidFill>
                  <a:srgbClr val="323130"/>
                </a:solidFill>
                <a:effectLst/>
                <a:latin typeface="Segoe UI" panose="020B0502040204020203" pitchFamily="34" charset="0"/>
              </a:rPr>
              <a:t> 5709=NAP hoogte.</a:t>
            </a:r>
            <a:endParaRPr lang="nl-NL" dirty="0"/>
          </a:p>
        </p:txBody>
      </p:sp>
      <p:sp>
        <p:nvSpPr>
          <p:cNvPr id="3" name="Title 2">
            <a:extLst>
              <a:ext uri="{FF2B5EF4-FFF2-40B4-BE49-F238E27FC236}">
                <a16:creationId xmlns:a16="http://schemas.microsoft.com/office/drawing/2014/main" id="{01F714AC-9BF4-F502-D7E7-8256A5D1C679}"/>
              </a:ext>
            </a:extLst>
          </p:cNvPr>
          <p:cNvSpPr>
            <a:spLocks noGrp="1"/>
          </p:cNvSpPr>
          <p:nvPr>
            <p:ph type="title"/>
          </p:nvPr>
        </p:nvSpPr>
        <p:spPr/>
        <p:txBody>
          <a:bodyPr/>
          <a:lstStyle/>
          <a:p>
            <a:r>
              <a:rPr lang="nl-NL" dirty="0"/>
              <a:t>Coördinaten van assets</a:t>
            </a:r>
          </a:p>
        </p:txBody>
      </p:sp>
      <p:sp>
        <p:nvSpPr>
          <p:cNvPr id="4" name="Text Placeholder 3">
            <a:extLst>
              <a:ext uri="{FF2B5EF4-FFF2-40B4-BE49-F238E27FC236}">
                <a16:creationId xmlns:a16="http://schemas.microsoft.com/office/drawing/2014/main" id="{D0AEB766-3302-5F86-25A3-FEE2937232F6}"/>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EA0EA081-4C6C-9C73-A05B-D637B11C2C29}"/>
              </a:ext>
            </a:extLst>
          </p:cNvPr>
          <p:cNvSpPr>
            <a:spLocks noGrp="1"/>
          </p:cNvSpPr>
          <p:nvPr>
            <p:ph type="sldNum" sz="quarter" idx="12"/>
          </p:nvPr>
        </p:nvSpPr>
        <p:spPr/>
        <p:txBody>
          <a:bodyPr/>
          <a:lstStyle/>
          <a:p>
            <a:fld id="{55B2A88A-B7BD-41B1-9FCB-9BE633251ACA}" type="slidenum">
              <a:rPr lang="nl-NL" noProof="0" smtClean="0"/>
              <a:t>16</a:t>
            </a:fld>
            <a:endParaRPr lang="nl-NL" noProof="0"/>
          </a:p>
        </p:txBody>
      </p:sp>
    </p:spTree>
    <p:extLst>
      <p:ext uri="{BB962C8B-B14F-4D97-AF65-F5344CB8AC3E}">
        <p14:creationId xmlns:p14="http://schemas.microsoft.com/office/powerpoint/2010/main" val="3993866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A886CC58-B8D0-EF68-592C-43E6D5CC9222}"/>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In </a:t>
            </a:r>
            <a:r>
              <a:rPr lang="nl-NL" dirty="0" err="1"/>
              <a:t>Akunstwerk</a:t>
            </a:r>
            <a:r>
              <a:rPr lang="nl-NL" dirty="0"/>
              <a:t> worden objecten opgeslagen die buiten fysiek terug te vinden zoals een zinker</a:t>
            </a:r>
          </a:p>
          <a:p>
            <a:pPr marL="285750" indent="-285750">
              <a:buFont typeface="Arial" panose="020B0604020202020204" pitchFamily="34" charset="0"/>
              <a:buChar char="•"/>
            </a:pPr>
            <a:r>
              <a:rPr lang="nl-NL" dirty="0"/>
              <a:t>In </a:t>
            </a:r>
            <a:r>
              <a:rPr lang="nl-NL" dirty="0" err="1"/>
              <a:t>Aaanlegtechniek</a:t>
            </a:r>
            <a:r>
              <a:rPr lang="nl-NL" dirty="0"/>
              <a:t> worden aanlegtechnieken vastgelegd die geen asset zijn zoals een gestuurde boring</a:t>
            </a:r>
          </a:p>
          <a:p>
            <a:pPr marL="285750" indent="-285750">
              <a:buFont typeface="Arial" panose="020B0604020202020204" pitchFamily="34" charset="0"/>
              <a:buChar char="•"/>
            </a:pPr>
            <a:r>
              <a:rPr lang="nl-NL" dirty="0"/>
              <a:t>Wanneer een gestuurde boring wordt gebruikt om een mantelbuis aan te leggen, wordt een </a:t>
            </a:r>
            <a:r>
              <a:rPr lang="nl-NL" dirty="0" err="1"/>
              <a:t>Aaanlegtechniek</a:t>
            </a:r>
            <a:r>
              <a:rPr lang="nl-NL" dirty="0"/>
              <a:t> en een Amantelbuis getekend. </a:t>
            </a:r>
          </a:p>
          <a:p>
            <a:pPr marL="285750" indent="-285750">
              <a:buFont typeface="Arial" panose="020B0604020202020204" pitchFamily="34" charset="0"/>
              <a:buChar char="•"/>
            </a:pPr>
            <a:r>
              <a:rPr lang="nl-NL" dirty="0"/>
              <a:t>Het In- en Uittredepunt van een gestuurde boring wordt vastgelegd met </a:t>
            </a:r>
            <a:r>
              <a:rPr lang="nl-NL" dirty="0" err="1"/>
              <a:t>AinUittredepunt</a:t>
            </a:r>
            <a:r>
              <a:rPr lang="nl-NL" dirty="0"/>
              <a:t>, waarbij Richting het onderscheid vastlegt tussen In- respectievelijk uittredepunt. Kunstwerknummer en </a:t>
            </a:r>
            <a:r>
              <a:rPr lang="nl-NL" dirty="0" err="1"/>
              <a:t>HandleAanlegtechniek</a:t>
            </a:r>
            <a:r>
              <a:rPr lang="nl-NL" dirty="0"/>
              <a:t> worden gebruikt om deze punten te koppelen met het kunstwerk </a:t>
            </a:r>
            <a:r>
              <a:rPr lang="nl-NL" dirty="0" err="1"/>
              <a:t>cq</a:t>
            </a:r>
            <a:r>
              <a:rPr lang="nl-NL" dirty="0"/>
              <a:t> Gestuurde techniek. Uitgifte van dit nummer gebeurt bij het maken van de ontwerptekening.</a:t>
            </a:r>
          </a:p>
          <a:p>
            <a:pPr marL="285750" indent="-285750">
              <a:buFont typeface="Arial" panose="020B0604020202020204" pitchFamily="34" charset="0"/>
              <a:buChar char="•"/>
            </a:pPr>
            <a:r>
              <a:rPr lang="nl-NL" dirty="0" err="1"/>
              <a:t>Aaanlegtechniek</a:t>
            </a:r>
            <a:r>
              <a:rPr lang="nl-NL" dirty="0"/>
              <a:t> heeft een 3D lijngeometrie, dus deze kan ook de diepte registreren. Is die niet direct beschikbaar, dan kan een </a:t>
            </a:r>
            <a:r>
              <a:rPr lang="nl-NL" dirty="0" err="1"/>
              <a:t>AbestandBijlage</a:t>
            </a:r>
            <a:r>
              <a:rPr lang="nl-NL" dirty="0"/>
              <a:t> worden toegevoegd waarin het diepteprofiel wordt vastgelegd.</a:t>
            </a:r>
          </a:p>
        </p:txBody>
      </p:sp>
      <p:sp>
        <p:nvSpPr>
          <p:cNvPr id="3" name="Title 2">
            <a:extLst>
              <a:ext uri="{FF2B5EF4-FFF2-40B4-BE49-F238E27FC236}">
                <a16:creationId xmlns:a16="http://schemas.microsoft.com/office/drawing/2014/main" id="{99505852-633E-FADC-11F5-C516D6953435}"/>
              </a:ext>
            </a:extLst>
          </p:cNvPr>
          <p:cNvSpPr>
            <a:spLocks noGrp="1"/>
          </p:cNvSpPr>
          <p:nvPr>
            <p:ph type="title"/>
          </p:nvPr>
        </p:nvSpPr>
        <p:spPr/>
        <p:txBody>
          <a:bodyPr/>
          <a:lstStyle/>
          <a:p>
            <a:r>
              <a:rPr lang="nl-NL" dirty="0"/>
              <a:t>Kunstwerk, aanlegtechniek en Mantelbuis</a:t>
            </a:r>
          </a:p>
        </p:txBody>
      </p:sp>
      <p:sp>
        <p:nvSpPr>
          <p:cNvPr id="4" name="Text Placeholder 3">
            <a:extLst>
              <a:ext uri="{FF2B5EF4-FFF2-40B4-BE49-F238E27FC236}">
                <a16:creationId xmlns:a16="http://schemas.microsoft.com/office/drawing/2014/main" id="{8AB53A00-B625-261A-9034-DC6140CE712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8736701F-C66C-4090-5516-80E017F0ED4D}"/>
              </a:ext>
            </a:extLst>
          </p:cNvPr>
          <p:cNvSpPr>
            <a:spLocks noGrp="1"/>
          </p:cNvSpPr>
          <p:nvPr>
            <p:ph type="sldNum" sz="quarter" idx="12"/>
          </p:nvPr>
        </p:nvSpPr>
        <p:spPr/>
        <p:txBody>
          <a:bodyPr/>
          <a:lstStyle/>
          <a:p>
            <a:fld id="{55B2A88A-B7BD-41B1-9FCB-9BE633251ACA}" type="slidenum">
              <a:rPr lang="nl-NL" noProof="0" smtClean="0"/>
              <a:t>17</a:t>
            </a:fld>
            <a:endParaRPr lang="nl-NL" noProof="0"/>
          </a:p>
        </p:txBody>
      </p:sp>
    </p:spTree>
    <p:extLst>
      <p:ext uri="{BB962C8B-B14F-4D97-AF65-F5344CB8AC3E}">
        <p14:creationId xmlns:p14="http://schemas.microsoft.com/office/powerpoint/2010/main" val="3465625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854CCD59-3C7E-3B9E-D3AF-B727A547200B}"/>
              </a:ext>
            </a:extLst>
          </p:cNvPr>
          <p:cNvSpPr>
            <a:spLocks noGrp="1"/>
          </p:cNvSpPr>
          <p:nvPr>
            <p:ph type="body" orient="vert" idx="1"/>
          </p:nvPr>
        </p:nvSpPr>
        <p:spPr>
          <a:xfrm>
            <a:off x="496713" y="1176292"/>
            <a:ext cx="11404775" cy="4605198"/>
          </a:xfrm>
        </p:spPr>
        <p:txBody>
          <a:bodyPr/>
          <a:lstStyle/>
          <a:p>
            <a:pPr marL="285750" indent="-285750">
              <a:buFont typeface="Arial" panose="020B0604020202020204" pitchFamily="34" charset="0"/>
              <a:buChar char="•"/>
            </a:pPr>
            <a:r>
              <a:rPr lang="nl-NL" dirty="0"/>
              <a:t>Wanneer een keuzelijst verschillende inhoud heeft per discipline, is een keuzelijst per discipline gemaakt zodat de aannemer alleen relevante keuzes krijgt. Naamgeving: &lt;Attribuutnaam&gt;&lt;discipline&gt;, bijvoorbeeld: </a:t>
            </a:r>
            <a:r>
              <a:rPr lang="nl-NL" dirty="0" err="1"/>
              <a:t>SubnettypeGas</a:t>
            </a:r>
            <a:endParaRPr lang="nl-NL" dirty="0"/>
          </a:p>
          <a:p>
            <a:pPr marL="285750" indent="-285750">
              <a:buFont typeface="Arial" panose="020B0604020202020204" pitchFamily="34" charset="0"/>
              <a:buChar char="•"/>
            </a:pPr>
            <a:r>
              <a:rPr lang="nl-NL" dirty="0"/>
              <a:t>Waar zinvol hebben keuzelijsten de keuze "Keuze ontbreekt in lijst". Deze leidt bij verwerking van As-built tot uitval, zodat de keuzelijst kan worden uitgebreid. De aannemer komt dan niet in de verleiding om een verkeerd type te kiezen (hetgeen voor de beheerder niet zichtbaar is).</a:t>
            </a:r>
          </a:p>
          <a:p>
            <a:pPr marL="285750" indent="-285750">
              <a:buFont typeface="Arial" panose="020B0604020202020204" pitchFamily="34" charset="0"/>
              <a:buChar char="•"/>
            </a:pPr>
            <a:r>
              <a:rPr lang="nl-NL" dirty="0"/>
              <a:t>Keuzelijsten mogen de volgende tekens </a:t>
            </a:r>
            <a:r>
              <a:rPr lang="nl-NL" u="sng" dirty="0"/>
              <a:t>niet</a:t>
            </a:r>
            <a:r>
              <a:rPr lang="nl-NL" dirty="0"/>
              <a:t> bevatten: &lt; &gt; &amp; (vervangen door ≤≥, en)</a:t>
            </a:r>
          </a:p>
          <a:p>
            <a:pPr marL="285750" indent="-285750">
              <a:buFont typeface="Arial" panose="020B0604020202020204" pitchFamily="34" charset="0"/>
              <a:buChar char="•"/>
            </a:pPr>
            <a:r>
              <a:rPr lang="nl-NL" dirty="0"/>
              <a:t>Schrijfwijze type elektrakabel: 4x95Al 4x2.5Cu (zonder koppeltekens e.d., i.v.m. gebruik in NLCS laagnaam.</a:t>
            </a:r>
          </a:p>
          <a:p>
            <a:pPr marL="285750" indent="-285750">
              <a:buFont typeface="Arial" panose="020B0604020202020204" pitchFamily="34" charset="0"/>
              <a:buChar char="•"/>
            </a:pPr>
            <a:r>
              <a:rPr lang="nl-NL" dirty="0"/>
              <a:t>Kabelopbouw (bijvoorbeeld "V-</a:t>
            </a:r>
            <a:r>
              <a:rPr lang="nl-NL" dirty="0" err="1"/>
              <a:t>VMvKhsas</a:t>
            </a:r>
            <a:r>
              <a:rPr lang="nl-NL" dirty="0"/>
              <a:t>") is niet in de NLCS laagnaam opgenomen</a:t>
            </a:r>
          </a:p>
          <a:p>
            <a:pPr marL="285750" indent="-285750">
              <a:buFont typeface="Arial" panose="020B0604020202020204" pitchFamily="34" charset="0"/>
              <a:buChar char="•"/>
            </a:pPr>
            <a:r>
              <a:rPr lang="nl-NL" dirty="0"/>
              <a:t>Keuzelijsten zijn gebaseerd op materialen e.d. die nu nieuw mogen worden toegepast. Oude, incourante, materialen worden dus niet meegenomen om de aannemer niet te vermoeien met eindeloze keuzelijsten. Voor oude materialen wordt "Overig" toegepast in de laagnaam met een tekstattribuut "</a:t>
            </a:r>
            <a:r>
              <a:rPr lang="nl-NL" dirty="0" err="1"/>
              <a:t>Omschrijving_uitvoering</a:t>
            </a:r>
            <a:r>
              <a:rPr lang="nl-NL" dirty="0"/>
              <a:t>" waarin oude materialen kunnen worden vermeld. In alle objecten is een attribuut "Toelichting" opgenomen waarin de Aannemer afwijkingen kan vastleggen.</a:t>
            </a:r>
          </a:p>
          <a:p>
            <a:pPr marL="285750" indent="-285750">
              <a:buFont typeface="Arial" panose="020B0604020202020204" pitchFamily="34" charset="0"/>
              <a:buChar char="•"/>
            </a:pPr>
            <a:r>
              <a:rPr lang="nl-NL" dirty="0" err="1"/>
              <a:t>N.b.</a:t>
            </a:r>
            <a:r>
              <a:rPr lang="nl-NL" dirty="0"/>
              <a:t> </a:t>
            </a:r>
            <a:r>
              <a:rPr lang="nl-NL" dirty="0" err="1"/>
              <a:t>Stedin</a:t>
            </a:r>
            <a:r>
              <a:rPr lang="nl-NL" dirty="0"/>
              <a:t> kiest ervoor om te starten met NLCS (zonder attributen) en de incourante types ook in de laagnaam mee te nemen.</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56BD7558-4E4F-A50E-6508-DE97F5AC32F2}"/>
              </a:ext>
            </a:extLst>
          </p:cNvPr>
          <p:cNvSpPr>
            <a:spLocks noGrp="1"/>
          </p:cNvSpPr>
          <p:nvPr>
            <p:ph type="title"/>
          </p:nvPr>
        </p:nvSpPr>
        <p:spPr/>
        <p:txBody>
          <a:bodyPr/>
          <a:lstStyle/>
          <a:p>
            <a:r>
              <a:rPr lang="nl-NL" dirty="0"/>
              <a:t>Uitgangspunten in de modellering</a:t>
            </a:r>
          </a:p>
        </p:txBody>
      </p:sp>
      <p:sp>
        <p:nvSpPr>
          <p:cNvPr id="4" name="Text Placeholder 3">
            <a:extLst>
              <a:ext uri="{FF2B5EF4-FFF2-40B4-BE49-F238E27FC236}">
                <a16:creationId xmlns:a16="http://schemas.microsoft.com/office/drawing/2014/main" id="{BB8C77CD-7021-2695-A9E4-06ED87A0FFA5}"/>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C5754671-3D6A-B5D1-1FA9-A3F186473412}"/>
              </a:ext>
            </a:extLst>
          </p:cNvPr>
          <p:cNvSpPr>
            <a:spLocks noGrp="1"/>
          </p:cNvSpPr>
          <p:nvPr>
            <p:ph type="sldNum" sz="quarter" idx="12"/>
          </p:nvPr>
        </p:nvSpPr>
        <p:spPr/>
        <p:txBody>
          <a:bodyPr/>
          <a:lstStyle/>
          <a:p>
            <a:fld id="{55B2A88A-B7BD-41B1-9FCB-9BE633251ACA}" type="slidenum">
              <a:rPr lang="nl-NL" noProof="0" smtClean="0"/>
              <a:t>18</a:t>
            </a:fld>
            <a:endParaRPr lang="nl-NL" noProof="0"/>
          </a:p>
        </p:txBody>
      </p:sp>
    </p:spTree>
    <p:extLst>
      <p:ext uri="{BB962C8B-B14F-4D97-AF65-F5344CB8AC3E}">
        <p14:creationId xmlns:p14="http://schemas.microsoft.com/office/powerpoint/2010/main" val="2023670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F5D06C-6FEF-D6DA-7C59-73D0C0AD0B3E}"/>
              </a:ext>
            </a:extLst>
          </p:cNvPr>
          <p:cNvSpPr>
            <a:spLocks noGrp="1"/>
          </p:cNvSpPr>
          <p:nvPr>
            <p:ph type="title"/>
          </p:nvPr>
        </p:nvSpPr>
        <p:spPr/>
        <p:txBody>
          <a:bodyPr/>
          <a:lstStyle/>
          <a:p>
            <a:r>
              <a:rPr lang="nl-NL" dirty="0"/>
              <a:t>Hoe gaan we om met incourante types?</a:t>
            </a:r>
          </a:p>
        </p:txBody>
      </p:sp>
      <p:sp>
        <p:nvSpPr>
          <p:cNvPr id="4" name="Text Placeholder 3">
            <a:extLst>
              <a:ext uri="{FF2B5EF4-FFF2-40B4-BE49-F238E27FC236}">
                <a16:creationId xmlns:a16="http://schemas.microsoft.com/office/drawing/2014/main" id="{4B64A32C-F716-3833-D179-192A77BA411C}"/>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BB7E53C-B987-9CB1-56CF-7EFC67D6FFC6}"/>
              </a:ext>
            </a:extLst>
          </p:cNvPr>
          <p:cNvSpPr>
            <a:spLocks noGrp="1"/>
          </p:cNvSpPr>
          <p:nvPr>
            <p:ph type="sldNum" sz="quarter" idx="12"/>
          </p:nvPr>
        </p:nvSpPr>
        <p:spPr/>
        <p:txBody>
          <a:bodyPr/>
          <a:lstStyle/>
          <a:p>
            <a:fld id="{55B2A88A-B7BD-41B1-9FCB-9BE633251ACA}" type="slidenum">
              <a:rPr lang="nl-NL" noProof="0" smtClean="0"/>
              <a:t>19</a:t>
            </a:fld>
            <a:endParaRPr lang="nl-NL" noProof="0"/>
          </a:p>
        </p:txBody>
      </p:sp>
      <p:graphicFrame>
        <p:nvGraphicFramePr>
          <p:cNvPr id="6" name="Table 5">
            <a:extLst>
              <a:ext uri="{FF2B5EF4-FFF2-40B4-BE49-F238E27FC236}">
                <a16:creationId xmlns:a16="http://schemas.microsoft.com/office/drawing/2014/main" id="{4EB94335-1C54-85DC-453C-ECB976E31DFD}"/>
              </a:ext>
            </a:extLst>
          </p:cNvPr>
          <p:cNvGraphicFramePr>
            <a:graphicFrameLocks noGrp="1"/>
          </p:cNvGraphicFramePr>
          <p:nvPr>
            <p:extLst>
              <p:ext uri="{D42A27DB-BD31-4B8C-83A1-F6EECF244321}">
                <p14:modId xmlns:p14="http://schemas.microsoft.com/office/powerpoint/2010/main" val="1203393084"/>
              </p:ext>
            </p:extLst>
          </p:nvPr>
        </p:nvGraphicFramePr>
        <p:xfrm>
          <a:off x="197708" y="915881"/>
          <a:ext cx="11574800" cy="5308706"/>
        </p:xfrm>
        <a:graphic>
          <a:graphicData uri="http://schemas.openxmlformats.org/drawingml/2006/table">
            <a:tbl>
              <a:tblPr firstRow="1" bandRow="1">
                <a:tableStyleId>{5C22544A-7EE6-4342-B048-85BDC9FD1C3A}</a:tableStyleId>
              </a:tblPr>
              <a:tblGrid>
                <a:gridCol w="3781167">
                  <a:extLst>
                    <a:ext uri="{9D8B030D-6E8A-4147-A177-3AD203B41FA5}">
                      <a16:colId xmlns:a16="http://schemas.microsoft.com/office/drawing/2014/main" val="1251040724"/>
                    </a:ext>
                  </a:extLst>
                </a:gridCol>
                <a:gridCol w="4522573">
                  <a:extLst>
                    <a:ext uri="{9D8B030D-6E8A-4147-A177-3AD203B41FA5}">
                      <a16:colId xmlns:a16="http://schemas.microsoft.com/office/drawing/2014/main" val="3111578890"/>
                    </a:ext>
                  </a:extLst>
                </a:gridCol>
                <a:gridCol w="3271060">
                  <a:extLst>
                    <a:ext uri="{9D8B030D-6E8A-4147-A177-3AD203B41FA5}">
                      <a16:colId xmlns:a16="http://schemas.microsoft.com/office/drawing/2014/main" val="4109059576"/>
                    </a:ext>
                  </a:extLst>
                </a:gridCol>
              </a:tblGrid>
              <a:tr h="771792">
                <a:tc>
                  <a:txBody>
                    <a:bodyPr/>
                    <a:lstStyle/>
                    <a:p>
                      <a:r>
                        <a:rPr lang="nl-NL" sz="2400" dirty="0" err="1"/>
                        <a:t>Oplossingrichting</a:t>
                      </a:r>
                      <a:endParaRPr lang="nl-NL" sz="2400" dirty="0"/>
                    </a:p>
                  </a:txBody>
                  <a:tcPr/>
                </a:tc>
                <a:tc>
                  <a:txBody>
                    <a:bodyPr/>
                    <a:lstStyle/>
                    <a:p>
                      <a:r>
                        <a:rPr lang="nl-NL" sz="2400" dirty="0"/>
                        <a:t>Voordelen</a:t>
                      </a:r>
                    </a:p>
                  </a:txBody>
                  <a:tcPr/>
                </a:tc>
                <a:tc>
                  <a:txBody>
                    <a:bodyPr/>
                    <a:lstStyle/>
                    <a:p>
                      <a:r>
                        <a:rPr lang="nl-NL" sz="2400" dirty="0"/>
                        <a:t>Nadelen</a:t>
                      </a:r>
                    </a:p>
                  </a:txBody>
                  <a:tcPr/>
                </a:tc>
                <a:extLst>
                  <a:ext uri="{0D108BD9-81ED-4DB2-BD59-A6C34878D82A}">
                    <a16:rowId xmlns:a16="http://schemas.microsoft.com/office/drawing/2014/main" val="796557228"/>
                  </a:ext>
                </a:extLst>
              </a:tr>
              <a:tr h="1467419">
                <a:tc>
                  <a:txBody>
                    <a:bodyPr/>
                    <a:lstStyle/>
                    <a:p>
                      <a:pPr marL="0" indent="0">
                        <a:buFont typeface="+mj-lt"/>
                        <a:buNone/>
                      </a:pPr>
                      <a:r>
                        <a:rPr lang="nl-NL" dirty="0"/>
                        <a:t>1. Courante types in laagnaam</a:t>
                      </a:r>
                    </a:p>
                    <a:p>
                      <a:pPr marL="0" indent="0">
                        <a:buFont typeface="+mj-lt"/>
                        <a:buNone/>
                      </a:pPr>
                      <a:r>
                        <a:rPr lang="nl-NL" dirty="0"/>
                        <a:t>Niet courant in attribuut "</a:t>
                      </a:r>
                      <a:r>
                        <a:rPr lang="nl-NL" dirty="0" err="1"/>
                        <a:t>Omschrijving_uitvoering</a:t>
                      </a:r>
                      <a:r>
                        <a:rPr lang="nl-NL" dirty="0"/>
                        <a:t>", Overig in de laagnaam</a:t>
                      </a:r>
                    </a:p>
                    <a:p>
                      <a:pPr marL="0" indent="0">
                        <a:buFont typeface="+mj-lt"/>
                        <a:buNone/>
                      </a:pPr>
                      <a:r>
                        <a:rPr lang="nl-NL" dirty="0"/>
                        <a:t>Optioneel: bijschrift</a:t>
                      </a:r>
                    </a:p>
                  </a:txBody>
                  <a:tcPr/>
                </a:tc>
                <a:tc>
                  <a:txBody>
                    <a:bodyPr/>
                    <a:lstStyle/>
                    <a:p>
                      <a:pPr marL="285750" indent="-285750">
                        <a:buFont typeface="Arial" panose="020B0604020202020204" pitchFamily="34" charset="0"/>
                        <a:buChar char="•"/>
                      </a:pPr>
                      <a:r>
                        <a:rPr lang="nl-NL" dirty="0"/>
                        <a:t>Keuzelijsten blijven beperkt tot types die nieuw worden aangelegd</a:t>
                      </a:r>
                    </a:p>
                    <a:p>
                      <a:pPr marL="285750" indent="-285750">
                        <a:buFont typeface="Arial" panose="020B0604020202020204" pitchFamily="34" charset="0"/>
                        <a:buChar char="•"/>
                      </a:pPr>
                      <a:r>
                        <a:rPr lang="nl-NL" dirty="0"/>
                        <a:t>Ook geschikt voor uitzonderingssituaties met types die niet in de keuzelijsten voorkomen</a:t>
                      </a:r>
                    </a:p>
                  </a:txBody>
                  <a:tcPr/>
                </a:tc>
                <a:tc>
                  <a:txBody>
                    <a:bodyPr/>
                    <a:lstStyle/>
                    <a:p>
                      <a:pPr marL="285750" indent="-285750">
                        <a:buFont typeface="Arial" panose="020B0604020202020204" pitchFamily="34" charset="0"/>
                        <a:buChar char="•"/>
                      </a:pPr>
                      <a:r>
                        <a:rPr lang="nl-NL" dirty="0"/>
                        <a:t>Incourante types niet zichtbaar in laagnaam</a:t>
                      </a:r>
                    </a:p>
                  </a:txBody>
                  <a:tcPr/>
                </a:tc>
                <a:extLst>
                  <a:ext uri="{0D108BD9-81ED-4DB2-BD59-A6C34878D82A}">
                    <a16:rowId xmlns:a16="http://schemas.microsoft.com/office/drawing/2014/main" val="1505704994"/>
                  </a:ext>
                </a:extLst>
              </a:tr>
              <a:tr h="1332135">
                <a:tc>
                  <a:txBody>
                    <a:bodyPr/>
                    <a:lstStyle/>
                    <a:p>
                      <a:pPr marL="0" marR="0" lvl="0" indent="0" algn="l" defTabSz="914288" rtl="0" eaLnBrk="1" fontAlgn="auto" latinLnBrk="0" hangingPunct="1">
                        <a:lnSpc>
                          <a:spcPct val="100000"/>
                        </a:lnSpc>
                        <a:spcBef>
                          <a:spcPts val="0"/>
                        </a:spcBef>
                        <a:spcAft>
                          <a:spcPts val="0"/>
                        </a:spcAft>
                        <a:buClrTx/>
                        <a:buSzTx/>
                        <a:buFont typeface="+mj-lt"/>
                        <a:buNone/>
                        <a:tabLst/>
                        <a:defRPr/>
                      </a:pPr>
                      <a:r>
                        <a:rPr lang="nl-NL" dirty="0"/>
                        <a:t>2. Altijd typegegevens in de laagnaam</a:t>
                      </a:r>
                    </a:p>
                    <a:p>
                      <a:pPr marL="0" indent="0">
                        <a:buFont typeface="+mj-lt"/>
                        <a:buNone/>
                      </a:pPr>
                      <a:r>
                        <a:rPr lang="nl-NL" dirty="0"/>
                        <a:t>Keuzelijsten beperkt tot courante types</a:t>
                      </a:r>
                    </a:p>
                    <a:p>
                      <a:pPr marL="0" indent="0">
                        <a:buFont typeface="+mj-lt"/>
                        <a:buNone/>
                      </a:pPr>
                      <a:r>
                        <a:rPr lang="nl-NL" dirty="0"/>
                        <a:t>Niet-courante types koppelen aan tabel zonder keuzelijst voor type</a:t>
                      </a:r>
                    </a:p>
                  </a:txBody>
                  <a:tcPr/>
                </a:tc>
                <a:tc>
                  <a:txBody>
                    <a:bodyPr/>
                    <a:lstStyle/>
                    <a:p>
                      <a:pPr marL="285750" marR="0" lvl="0" indent="-285750" algn="l" defTabSz="9142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Keuzelijsten blijven beperkt tot types die nieuw worden aangelegd</a:t>
                      </a:r>
                    </a:p>
                    <a:p>
                      <a:pPr marL="285750" indent="-285750">
                        <a:buFont typeface="Arial" panose="020B0604020202020204" pitchFamily="34" charset="0"/>
                        <a:buChar char="•"/>
                      </a:pPr>
                      <a:r>
                        <a:rPr lang="nl-NL" dirty="0"/>
                        <a:t>Type altijd zichtbaar in de laagnaam</a:t>
                      </a:r>
                    </a:p>
                    <a:p>
                      <a:pPr marL="285750" indent="-285750">
                        <a:buFont typeface="Arial" panose="020B0604020202020204" pitchFamily="34" charset="0"/>
                        <a:buChar char="•"/>
                      </a:pPr>
                      <a:r>
                        <a:rPr lang="nl-NL" dirty="0"/>
                        <a:t>Sluit beter aan op huidige NLCS inrichting</a:t>
                      </a:r>
                    </a:p>
                  </a:txBody>
                  <a:tcPr/>
                </a:tc>
                <a:tc>
                  <a:txBody>
                    <a:bodyPr/>
                    <a:lstStyle/>
                    <a:p>
                      <a:pPr marL="285750" indent="-285750">
                        <a:buFont typeface="Arial" panose="020B0604020202020204" pitchFamily="34" charset="0"/>
                        <a:buChar char="•"/>
                      </a:pPr>
                      <a:r>
                        <a:rPr lang="nl-NL" dirty="0">
                          <a:solidFill>
                            <a:schemeClr val="accent3">
                              <a:lumMod val="60000"/>
                              <a:lumOff val="40000"/>
                            </a:schemeClr>
                          </a:solidFill>
                        </a:rPr>
                        <a:t>Complexere configuratie vanwege onderscheid in gekoppelde tabel per type</a:t>
                      </a:r>
                    </a:p>
                    <a:p>
                      <a:pPr marL="285750" indent="-285750">
                        <a:buFont typeface="Arial" panose="020B0604020202020204" pitchFamily="34" charset="0"/>
                        <a:buChar char="•"/>
                      </a:pPr>
                      <a:r>
                        <a:rPr lang="nl-NL" dirty="0">
                          <a:solidFill>
                            <a:schemeClr val="accent3">
                              <a:lumMod val="60000"/>
                              <a:lumOff val="40000"/>
                            </a:schemeClr>
                          </a:solidFill>
                        </a:rPr>
                        <a:t>Projectbibliotheek wordt heel omvangrijk</a:t>
                      </a:r>
                    </a:p>
                    <a:p>
                      <a:pPr marL="285750" indent="-285750">
                        <a:buFont typeface="Arial" panose="020B0604020202020204" pitchFamily="34" charset="0"/>
                        <a:buChar char="•"/>
                      </a:pPr>
                      <a:r>
                        <a:rPr lang="nl-NL" dirty="0">
                          <a:solidFill>
                            <a:schemeClr val="accent3">
                              <a:lumMod val="60000"/>
                              <a:lumOff val="40000"/>
                            </a:schemeClr>
                          </a:solidFill>
                        </a:rPr>
                        <a:t>Veel lagen in de tekening</a:t>
                      </a:r>
                    </a:p>
                  </a:txBody>
                  <a:tcPr/>
                </a:tc>
                <a:extLst>
                  <a:ext uri="{0D108BD9-81ED-4DB2-BD59-A6C34878D82A}">
                    <a16:rowId xmlns:a16="http://schemas.microsoft.com/office/drawing/2014/main" val="844797085"/>
                  </a:ext>
                </a:extLst>
              </a:tr>
              <a:tr h="1332135">
                <a:tc>
                  <a:txBody>
                    <a:bodyPr/>
                    <a:lstStyle/>
                    <a:p>
                      <a:pPr marL="0" marR="0" lvl="0" indent="0" algn="l" defTabSz="914288" rtl="0" eaLnBrk="1" fontAlgn="auto" latinLnBrk="0" hangingPunct="1">
                        <a:lnSpc>
                          <a:spcPct val="100000"/>
                        </a:lnSpc>
                        <a:spcBef>
                          <a:spcPts val="0"/>
                        </a:spcBef>
                        <a:spcAft>
                          <a:spcPts val="0"/>
                        </a:spcAft>
                        <a:buClrTx/>
                        <a:buSzTx/>
                        <a:buFont typeface="+mj-lt"/>
                        <a:buNone/>
                        <a:tabLst/>
                        <a:defRPr/>
                      </a:pPr>
                      <a:r>
                        <a:rPr lang="nl-NL" dirty="0"/>
                        <a:t>3. Altijd typegegevens in de laagnaam</a:t>
                      </a:r>
                    </a:p>
                    <a:p>
                      <a:pPr marL="0" marR="0" lvl="0" indent="0" algn="l" defTabSz="914288" rtl="0" eaLnBrk="1" fontAlgn="auto" latinLnBrk="0" hangingPunct="1">
                        <a:lnSpc>
                          <a:spcPct val="100000"/>
                        </a:lnSpc>
                        <a:spcBef>
                          <a:spcPts val="0"/>
                        </a:spcBef>
                        <a:spcAft>
                          <a:spcPts val="0"/>
                        </a:spcAft>
                        <a:buClrTx/>
                        <a:buSzTx/>
                        <a:buFont typeface="+mj-lt"/>
                        <a:buNone/>
                        <a:tabLst/>
                        <a:defRPr/>
                      </a:pPr>
                      <a:r>
                        <a:rPr lang="nl-NL" dirty="0"/>
                        <a:t>Alle types in de type-keuzelijst</a:t>
                      </a:r>
                    </a:p>
                    <a:p>
                      <a:pPr marL="0" indent="0">
                        <a:buFont typeface="+mj-lt"/>
                        <a:buNone/>
                      </a:pPr>
                      <a:endParaRPr lang="nl-NL" dirty="0"/>
                    </a:p>
                  </a:txBody>
                  <a:tcPr/>
                </a:tc>
                <a:tc>
                  <a:txBody>
                    <a:bodyPr/>
                    <a:lstStyle/>
                    <a:p>
                      <a:pPr marL="285750" marR="0" lvl="0" indent="-285750" algn="l" defTabSz="9142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Type altijd zichtbaar in de laagnaam</a:t>
                      </a:r>
                    </a:p>
                    <a:p>
                      <a:pPr marL="285750" marR="0" lvl="0" indent="-285750" algn="l" defTabSz="91428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Sluit beter aan op huidige NLCS inrichting</a:t>
                      </a:r>
                    </a:p>
                  </a:txBody>
                  <a:tcPr/>
                </a:tc>
                <a:tc>
                  <a:txBody>
                    <a:bodyPr/>
                    <a:lstStyle/>
                    <a:p>
                      <a:pPr marL="285750" indent="-285750">
                        <a:buFont typeface="Arial" panose="020B0604020202020204" pitchFamily="34" charset="0"/>
                        <a:buChar char="•"/>
                      </a:pPr>
                      <a:r>
                        <a:rPr lang="nl-NL" dirty="0">
                          <a:solidFill>
                            <a:srgbClr val="FF0000"/>
                          </a:solidFill>
                        </a:rPr>
                        <a:t>Keuzelijsten worden onbruikbaar lang</a:t>
                      </a:r>
                    </a:p>
                  </a:txBody>
                  <a:tcPr/>
                </a:tc>
                <a:extLst>
                  <a:ext uri="{0D108BD9-81ED-4DB2-BD59-A6C34878D82A}">
                    <a16:rowId xmlns:a16="http://schemas.microsoft.com/office/drawing/2014/main" val="2590856365"/>
                  </a:ext>
                </a:extLst>
              </a:tr>
            </a:tbl>
          </a:graphicData>
        </a:graphic>
      </p:graphicFrame>
      <p:sp>
        <p:nvSpPr>
          <p:cNvPr id="8" name="TextBox 7">
            <a:extLst>
              <a:ext uri="{FF2B5EF4-FFF2-40B4-BE49-F238E27FC236}">
                <a16:creationId xmlns:a16="http://schemas.microsoft.com/office/drawing/2014/main" id="{127C3562-E206-25F7-D3EC-270E5D3289CD}"/>
              </a:ext>
            </a:extLst>
          </p:cNvPr>
          <p:cNvSpPr txBox="1"/>
          <p:nvPr/>
        </p:nvSpPr>
        <p:spPr>
          <a:xfrm>
            <a:off x="230660" y="6408285"/>
            <a:ext cx="11798743" cy="307777"/>
          </a:xfrm>
          <a:prstGeom prst="rect">
            <a:avLst/>
          </a:prstGeom>
          <a:noFill/>
        </p:spPr>
        <p:txBody>
          <a:bodyPr wrap="none" lIns="0" tIns="0" rIns="0" bIns="0" rtlCol="0" anchor="t">
            <a:spAutoFit/>
          </a:bodyPr>
          <a:lstStyle/>
          <a:p>
            <a:pPr algn="l"/>
            <a:r>
              <a:rPr lang="nl-NL" sz="2000" dirty="0">
                <a:solidFill>
                  <a:schemeClr val="tx2"/>
                </a:solidFill>
              </a:rPr>
              <a:t>Scenario 1 is het voorkeurscenario, gezien de voor- en nadelen. Deze aanpak is in het model verwerkt.</a:t>
            </a:r>
          </a:p>
        </p:txBody>
      </p:sp>
    </p:spTree>
    <p:extLst>
      <p:ext uri="{BB962C8B-B14F-4D97-AF65-F5344CB8AC3E}">
        <p14:creationId xmlns:p14="http://schemas.microsoft.com/office/powerpoint/2010/main" val="2774780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CC5E75EC-7E45-910B-A727-AFAB16ECE8BE}"/>
              </a:ext>
            </a:extLst>
          </p:cNvPr>
          <p:cNvSpPr>
            <a:spLocks noGrp="1"/>
          </p:cNvSpPr>
          <p:nvPr>
            <p:ph type="body" orient="vert" idx="1"/>
          </p:nvPr>
        </p:nvSpPr>
        <p:spPr/>
        <p:txBody>
          <a:bodyPr/>
          <a:lstStyle/>
          <a:p>
            <a:r>
              <a:rPr lang="nl-NL" dirty="0"/>
              <a:t>Attributen die identiek bij verschillende assets worden toegepast:</a:t>
            </a:r>
          </a:p>
          <a:p>
            <a:pPr marL="285750" indent="-285750">
              <a:buFont typeface="Arial" panose="020B0604020202020204" pitchFamily="34" charset="0"/>
              <a:buChar char="•"/>
            </a:pPr>
            <a:r>
              <a:rPr lang="nl-NL" dirty="0"/>
              <a:t>Status: identiek aan NLCS statusmodel (NIEUW, TIJDELIJK, BESTAAND, VERVALLEN, REVISIE)</a:t>
            </a:r>
          </a:p>
          <a:p>
            <a:pPr marL="285750" indent="-285750">
              <a:buFont typeface="Arial" panose="020B0604020202020204" pitchFamily="34" charset="0"/>
              <a:buChar char="•"/>
            </a:pPr>
            <a:r>
              <a:rPr lang="nl-NL" dirty="0"/>
              <a:t>Bedrijfstoestand: geeft de bedrijfstoestand weer van de asset (IN BEDRIJF, RESERVE, VERLATEN)</a:t>
            </a:r>
          </a:p>
          <a:p>
            <a:pPr marL="285750" indent="-285750">
              <a:buFont typeface="Arial" panose="020B0604020202020204" pitchFamily="34" charset="0"/>
              <a:buChar char="•"/>
            </a:pPr>
            <a:r>
              <a:rPr lang="nl-NL" dirty="0"/>
              <a:t>Bewerking: beschrijft welke bewerking in dit project wordt/is gedaan op de asset</a:t>
            </a:r>
          </a:p>
          <a:p>
            <a:pPr marL="285750" indent="-285750">
              <a:buFont typeface="Arial" panose="020B0604020202020204" pitchFamily="34" charset="0"/>
              <a:buChar char="•"/>
            </a:pPr>
            <a:r>
              <a:rPr lang="nl-NL" dirty="0"/>
              <a:t>Eigenaar: beschrijft wie de eigenaar is van de asset</a:t>
            </a:r>
          </a:p>
          <a:p>
            <a:pPr marL="285750" indent="-285750">
              <a:buFont typeface="Arial" panose="020B0604020202020204" pitchFamily="34" charset="0"/>
              <a:buChar char="•"/>
            </a:pPr>
            <a:r>
              <a:rPr lang="nl-NL" dirty="0"/>
              <a:t>Beheerder: beschrijft wie de asset beheert</a:t>
            </a:r>
          </a:p>
          <a:p>
            <a:pPr marL="285750" indent="-285750">
              <a:buFont typeface="Arial" panose="020B0604020202020204" pitchFamily="34" charset="0"/>
              <a:buChar char="•"/>
            </a:pPr>
            <a:r>
              <a:rPr lang="nl-NL" dirty="0" err="1"/>
              <a:t>Subnettype</a:t>
            </a:r>
            <a:r>
              <a:rPr lang="nl-NL" dirty="0"/>
              <a:t>: maakt onderscheid tussen aansluitnet, hoofdnet (en voor LS: openbare verlichting)</a:t>
            </a:r>
          </a:p>
          <a:p>
            <a:pPr marL="285750" indent="-285750">
              <a:buFont typeface="Arial" panose="020B0604020202020204" pitchFamily="34" charset="0"/>
              <a:buChar char="•"/>
            </a:pPr>
            <a:r>
              <a:rPr lang="nl-NL" dirty="0" err="1"/>
              <a:t>Netvlak</a:t>
            </a:r>
            <a:r>
              <a:rPr lang="nl-NL" dirty="0"/>
              <a:t>: maakt onderscheid tussen bijvoorbeeld LS, MS en HS</a:t>
            </a:r>
          </a:p>
          <a:p>
            <a:pPr marL="285750" indent="-285750">
              <a:buFont typeface="Arial" panose="020B0604020202020204" pitchFamily="34" charset="0"/>
              <a:buChar char="•"/>
            </a:pPr>
            <a:r>
              <a:rPr lang="nl-NL" dirty="0"/>
              <a:t>Fabrikant: beschrijft de fabrikant die de asset heeft gefabriceerd, (dus niet: aangelegd)</a:t>
            </a:r>
          </a:p>
          <a:p>
            <a:pPr marL="285750" indent="-285750">
              <a:buFont typeface="Arial" panose="020B0604020202020204" pitchFamily="34" charset="0"/>
              <a:buChar char="•"/>
            </a:pPr>
            <a:r>
              <a:rPr lang="nl-NL" dirty="0"/>
              <a:t>Inmeetwijze: beschrijft de inmeetwijze die wordt gebruikt om de ligging te bepalen (GPS, meetband </a:t>
            </a:r>
            <a:r>
              <a:rPr lang="nl-NL" dirty="0" err="1"/>
              <a:t>etc</a:t>
            </a:r>
            <a:r>
              <a:rPr lang="nl-NL" dirty="0"/>
              <a:t>)</a:t>
            </a:r>
          </a:p>
          <a:p>
            <a:pPr marL="285750" indent="-285750">
              <a:buFont typeface="Arial" panose="020B0604020202020204" pitchFamily="34" charset="0"/>
              <a:buChar char="•"/>
            </a:pPr>
            <a:r>
              <a:rPr lang="nl-NL" dirty="0"/>
              <a:t>Nauwkeurigheid: beschrijft de maximale afwijking tussen de werkelijke en geregistreerde ligging</a:t>
            </a:r>
          </a:p>
          <a:p>
            <a:pPr marL="285750" indent="-285750">
              <a:buFont typeface="Arial" panose="020B0604020202020204" pitchFamily="34" charset="0"/>
              <a:buChar char="•"/>
            </a:pPr>
            <a:r>
              <a:rPr lang="nl-NL" dirty="0"/>
              <a:t>GIS_ID: unieke </a:t>
            </a:r>
            <a:r>
              <a:rPr lang="nl-NL" dirty="0" err="1"/>
              <a:t>id</a:t>
            </a:r>
            <a:r>
              <a:rPr lang="nl-NL" dirty="0"/>
              <a:t> vanuit Bron GIS systeem, meestal een integer.</a:t>
            </a:r>
          </a:p>
          <a:p>
            <a:pPr marL="285750" indent="-285750">
              <a:buFont typeface="Arial" panose="020B0604020202020204" pitchFamily="34" charset="0"/>
              <a:buChar char="•"/>
            </a:pPr>
            <a:r>
              <a:rPr lang="nl-NL" dirty="0" err="1"/>
              <a:t>AssetID</a:t>
            </a:r>
            <a:r>
              <a:rPr lang="nl-NL" dirty="0"/>
              <a:t>: Unieke, systeemonafhankelijke </a:t>
            </a:r>
            <a:r>
              <a:rPr lang="nl-NL" dirty="0" err="1"/>
              <a:t>id</a:t>
            </a:r>
            <a:r>
              <a:rPr lang="nl-NL" dirty="0"/>
              <a:t>, meestal een GUID</a:t>
            </a:r>
          </a:p>
          <a:p>
            <a:pPr marL="285750" indent="-285750">
              <a:buFont typeface="Arial" panose="020B0604020202020204" pitchFamily="34" charset="0"/>
              <a:buChar char="•"/>
            </a:pPr>
            <a:r>
              <a:rPr lang="nl-NL" dirty="0"/>
              <a:t>Toelichting: kan gebruikt worden om materialen/types te benoemen die niet in de keuzelijsten voorkomen (in combinatie met "Keuze ontbreekt in lijst")</a:t>
            </a:r>
          </a:p>
        </p:txBody>
      </p:sp>
      <p:sp>
        <p:nvSpPr>
          <p:cNvPr id="3" name="Title 2">
            <a:extLst>
              <a:ext uri="{FF2B5EF4-FFF2-40B4-BE49-F238E27FC236}">
                <a16:creationId xmlns:a16="http://schemas.microsoft.com/office/drawing/2014/main" id="{BD38170F-2697-66CF-E366-FEC61C9A7B45}"/>
              </a:ext>
            </a:extLst>
          </p:cNvPr>
          <p:cNvSpPr>
            <a:spLocks noGrp="1"/>
          </p:cNvSpPr>
          <p:nvPr>
            <p:ph type="title"/>
          </p:nvPr>
        </p:nvSpPr>
        <p:spPr/>
        <p:txBody>
          <a:bodyPr/>
          <a:lstStyle/>
          <a:p>
            <a:r>
              <a:rPr lang="nl-NL" dirty="0"/>
              <a:t>Uitgangspunten</a:t>
            </a:r>
          </a:p>
        </p:txBody>
      </p:sp>
      <p:sp>
        <p:nvSpPr>
          <p:cNvPr id="4" name="Text Placeholder 3">
            <a:extLst>
              <a:ext uri="{FF2B5EF4-FFF2-40B4-BE49-F238E27FC236}">
                <a16:creationId xmlns:a16="http://schemas.microsoft.com/office/drawing/2014/main" id="{7E019133-C0BA-C690-66C8-19163F18C856}"/>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82920B6D-1637-62B7-455D-C1C36AEFEAF8}"/>
              </a:ext>
            </a:extLst>
          </p:cNvPr>
          <p:cNvSpPr>
            <a:spLocks noGrp="1"/>
          </p:cNvSpPr>
          <p:nvPr>
            <p:ph type="sldNum" sz="quarter" idx="12"/>
          </p:nvPr>
        </p:nvSpPr>
        <p:spPr/>
        <p:txBody>
          <a:bodyPr/>
          <a:lstStyle/>
          <a:p>
            <a:fld id="{55B2A88A-B7BD-41B1-9FCB-9BE633251ACA}" type="slidenum">
              <a:rPr lang="nl-NL" noProof="0" smtClean="0"/>
              <a:t>20</a:t>
            </a:fld>
            <a:endParaRPr lang="nl-NL" noProof="0"/>
          </a:p>
        </p:txBody>
      </p:sp>
    </p:spTree>
    <p:extLst>
      <p:ext uri="{BB962C8B-B14F-4D97-AF65-F5344CB8AC3E}">
        <p14:creationId xmlns:p14="http://schemas.microsoft.com/office/powerpoint/2010/main" val="27709420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FBE192D4-0AD8-837B-499D-E13BA846D27A}"/>
              </a:ext>
            </a:extLst>
          </p:cNvPr>
          <p:cNvSpPr>
            <a:spLocks noGrp="1"/>
          </p:cNvSpPr>
          <p:nvPr>
            <p:ph type="body" orient="vert" idx="1"/>
          </p:nvPr>
        </p:nvSpPr>
        <p:spPr>
          <a:xfrm>
            <a:off x="496715" y="1148022"/>
            <a:ext cx="11198569" cy="4314379"/>
          </a:xfrm>
        </p:spPr>
        <p:txBody>
          <a:bodyPr/>
          <a:lstStyle/>
          <a:p>
            <a:r>
              <a:rPr lang="nl-NL" dirty="0"/>
              <a:t>Uitgangspunten:</a:t>
            </a:r>
          </a:p>
          <a:p>
            <a:pPr marL="285750" indent="-285750">
              <a:buFont typeface="Arial" panose="020B0604020202020204" pitchFamily="34" charset="0"/>
              <a:buChar char="•"/>
            </a:pPr>
            <a:r>
              <a:rPr lang="nl-NL" dirty="0"/>
              <a:t>NLCS statusmodel is een breed toegepast model dat ook op Netbeheer van toepassing is.</a:t>
            </a:r>
          </a:p>
          <a:p>
            <a:pPr marL="285750" indent="-285750">
              <a:buFont typeface="Arial" panose="020B0604020202020204" pitchFamily="34" charset="0"/>
              <a:buChar char="•"/>
            </a:pPr>
            <a:r>
              <a:rPr lang="nl-NL" dirty="0"/>
              <a:t>NLCS wordt uitgebreid </a:t>
            </a:r>
            <a:r>
              <a:rPr lang="nl-NL" dirty="0" err="1"/>
              <a:t>tbv</a:t>
            </a:r>
            <a:r>
              <a:rPr lang="nl-NL" dirty="0"/>
              <a:t> Netbeheer met Bedrijfstoestand</a:t>
            </a:r>
          </a:p>
          <a:p>
            <a:pPr marL="285750" indent="-285750">
              <a:buFont typeface="Arial" panose="020B0604020202020204" pitchFamily="34" charset="0"/>
              <a:buChar char="•"/>
            </a:pPr>
            <a:r>
              <a:rPr lang="nl-NL" dirty="0"/>
              <a:t>Bewerking geeft weer wat er in het project moet worden/is gedaan met de asset</a:t>
            </a:r>
          </a:p>
          <a:p>
            <a:pPr marL="285750" indent="-285750">
              <a:buFont typeface="Arial" panose="020B0604020202020204" pitchFamily="34" charset="0"/>
              <a:buChar char="•"/>
            </a:pPr>
            <a:r>
              <a:rPr lang="nl-NL" dirty="0"/>
              <a:t>Gebruik van Status, Bedrijfstoestand en Bewerking is uitgewerkt in </a:t>
            </a:r>
            <a:r>
              <a:rPr lang="nl-NL" dirty="0">
                <a:hlinkClick r:id="rId2"/>
              </a:rPr>
              <a:t>spreadsheet</a:t>
            </a:r>
            <a:endParaRPr lang="nl-NL" dirty="0"/>
          </a:p>
          <a:p>
            <a:pPr marL="285750" indent="-285750">
              <a:buFont typeface="Arial" panose="020B0604020202020204" pitchFamily="34" charset="0"/>
              <a:buChar char="•"/>
            </a:pPr>
            <a:r>
              <a:rPr lang="nl-NL" dirty="0"/>
              <a:t>Status, Bedrijfstoestand en Bewerking zijn identiek in NLCS tekening en attribuutinformatie.</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NLCS Status  = attribuut Status (NIEUW, TIJDELIJK, BESTAAND, VERVALLEN, REVISIE)</a:t>
            </a:r>
          </a:p>
          <a:p>
            <a:pPr marL="285750" indent="-285750">
              <a:buFont typeface="Arial" panose="020B0604020202020204" pitchFamily="34" charset="0"/>
              <a:buChar char="•"/>
            </a:pPr>
            <a:r>
              <a:rPr lang="nl-NL" dirty="0"/>
              <a:t>NLCS Bedrijfstoestand = attribuut Status indien gevuld met (IN BEDRIJF, VERLATEN, RESERVE)</a:t>
            </a:r>
          </a:p>
          <a:p>
            <a:pPr marL="285750" indent="-285750">
              <a:buFont typeface="Arial" panose="020B0604020202020204" pitchFamily="34" charset="0"/>
              <a:buChar char="•"/>
            </a:pPr>
            <a:r>
              <a:rPr lang="nl-NL" dirty="0"/>
              <a:t>NLCS Bewerking = attribuut Bewerking (VERLATEN STELLEN, IN BEDRIJF NEMEN, RESERVE STELLEN, RELINEN, OPVULLEN, VERPLAATSEN, TE VERWIJDEREN)</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271F5EC9-A300-0A48-9568-C189064488F3}"/>
              </a:ext>
            </a:extLst>
          </p:cNvPr>
          <p:cNvSpPr>
            <a:spLocks noGrp="1"/>
          </p:cNvSpPr>
          <p:nvPr>
            <p:ph type="title"/>
          </p:nvPr>
        </p:nvSpPr>
        <p:spPr/>
        <p:txBody>
          <a:bodyPr/>
          <a:lstStyle/>
          <a:p>
            <a:r>
              <a:rPr lang="nl-NL" dirty="0"/>
              <a:t>Statusmodel</a:t>
            </a:r>
          </a:p>
        </p:txBody>
      </p:sp>
      <p:sp>
        <p:nvSpPr>
          <p:cNvPr id="4" name="Text Placeholder 3">
            <a:extLst>
              <a:ext uri="{FF2B5EF4-FFF2-40B4-BE49-F238E27FC236}">
                <a16:creationId xmlns:a16="http://schemas.microsoft.com/office/drawing/2014/main" id="{4766239D-DA27-EA1E-CBAF-43F9F550FAEE}"/>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1F511A14-2B96-0657-C967-652152F56477}"/>
              </a:ext>
            </a:extLst>
          </p:cNvPr>
          <p:cNvSpPr>
            <a:spLocks noGrp="1"/>
          </p:cNvSpPr>
          <p:nvPr>
            <p:ph type="sldNum" sz="quarter" idx="12"/>
          </p:nvPr>
        </p:nvSpPr>
        <p:spPr/>
        <p:txBody>
          <a:bodyPr/>
          <a:lstStyle/>
          <a:p>
            <a:fld id="{55B2A88A-B7BD-41B1-9FCB-9BE633251ACA}" type="slidenum">
              <a:rPr lang="nl-NL" noProof="0" smtClean="0"/>
              <a:t>21</a:t>
            </a:fld>
            <a:endParaRPr lang="nl-NL" noProof="0"/>
          </a:p>
        </p:txBody>
      </p:sp>
    </p:spTree>
    <p:extLst>
      <p:ext uri="{BB962C8B-B14F-4D97-AF65-F5344CB8AC3E}">
        <p14:creationId xmlns:p14="http://schemas.microsoft.com/office/powerpoint/2010/main" val="367126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0890AF-D7C6-66F0-6492-A7BF9D919ECF}"/>
              </a:ext>
            </a:extLst>
          </p:cNvPr>
          <p:cNvSpPr>
            <a:spLocks noGrp="1"/>
          </p:cNvSpPr>
          <p:nvPr>
            <p:ph type="title"/>
          </p:nvPr>
        </p:nvSpPr>
        <p:spPr/>
        <p:txBody>
          <a:bodyPr/>
          <a:lstStyle/>
          <a:p>
            <a:r>
              <a:rPr lang="nl-NL" dirty="0"/>
              <a:t>Statusmodel, definities</a:t>
            </a:r>
          </a:p>
        </p:txBody>
      </p:sp>
      <p:sp>
        <p:nvSpPr>
          <p:cNvPr id="4" name="Text Placeholder 3">
            <a:extLst>
              <a:ext uri="{FF2B5EF4-FFF2-40B4-BE49-F238E27FC236}">
                <a16:creationId xmlns:a16="http://schemas.microsoft.com/office/drawing/2014/main" id="{126264E8-9501-22A6-30F8-7A18116F4823}"/>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BBB45602-78B9-26DB-745A-7B6DD95EB9E9}"/>
              </a:ext>
            </a:extLst>
          </p:cNvPr>
          <p:cNvSpPr>
            <a:spLocks noGrp="1"/>
          </p:cNvSpPr>
          <p:nvPr>
            <p:ph type="sldNum" sz="quarter" idx="12"/>
          </p:nvPr>
        </p:nvSpPr>
        <p:spPr/>
        <p:txBody>
          <a:bodyPr/>
          <a:lstStyle/>
          <a:p>
            <a:fld id="{55B2A88A-B7BD-41B1-9FCB-9BE633251ACA}" type="slidenum">
              <a:rPr lang="nl-NL" noProof="0" smtClean="0"/>
              <a:t>22</a:t>
            </a:fld>
            <a:endParaRPr lang="nl-NL" noProof="0"/>
          </a:p>
        </p:txBody>
      </p:sp>
      <p:sp>
        <p:nvSpPr>
          <p:cNvPr id="2" name="TextBox 1">
            <a:extLst>
              <a:ext uri="{FF2B5EF4-FFF2-40B4-BE49-F238E27FC236}">
                <a16:creationId xmlns:a16="http://schemas.microsoft.com/office/drawing/2014/main" id="{C6121898-EA61-33B5-F721-020D90495697}"/>
              </a:ext>
            </a:extLst>
          </p:cNvPr>
          <p:cNvSpPr txBox="1"/>
          <p:nvPr/>
        </p:nvSpPr>
        <p:spPr>
          <a:xfrm>
            <a:off x="480242" y="5719678"/>
            <a:ext cx="12219692" cy="984885"/>
          </a:xfrm>
          <a:prstGeom prst="rect">
            <a:avLst/>
          </a:prstGeom>
          <a:noFill/>
        </p:spPr>
        <p:txBody>
          <a:bodyPr wrap="none" lIns="0" tIns="0" rIns="0" bIns="0" rtlCol="0" anchor="t">
            <a:spAutoFit/>
          </a:bodyPr>
          <a:lstStyle/>
          <a:p>
            <a:pPr algn="l"/>
            <a:r>
              <a:rPr lang="nl-NL" sz="1600" dirty="0" err="1">
                <a:solidFill>
                  <a:schemeClr val="tx2"/>
                </a:solidFill>
              </a:rPr>
              <a:t>N.b.</a:t>
            </a:r>
            <a:r>
              <a:rPr lang="nl-NL" sz="1600" dirty="0">
                <a:solidFill>
                  <a:schemeClr val="tx2"/>
                </a:solidFill>
              </a:rPr>
              <a:t> de term "Verlaten" is bewust gekozen in plaats van "Buiten Bedrijf", omdat "Buiten Bedrijf" verschillende betekenissen</a:t>
            </a:r>
          </a:p>
          <a:p>
            <a:pPr algn="l"/>
            <a:r>
              <a:rPr lang="nl-NL" sz="1600" dirty="0">
                <a:solidFill>
                  <a:schemeClr val="tx2"/>
                </a:solidFill>
              </a:rPr>
              <a:t>heeft bij de netbeheerders.</a:t>
            </a:r>
          </a:p>
          <a:p>
            <a:pPr algn="l"/>
            <a:r>
              <a:rPr lang="nl-NL" sz="1600" dirty="0">
                <a:solidFill>
                  <a:schemeClr val="tx2"/>
                </a:solidFill>
              </a:rPr>
              <a:t>In NLCS zullen Status en Bedrijfstoestand worden gescheiden in twee eigenschappen: de Statusletter (eerste letter van laagnaam) </a:t>
            </a:r>
          </a:p>
          <a:p>
            <a:pPr algn="l"/>
            <a:r>
              <a:rPr lang="nl-NL" sz="1600" dirty="0">
                <a:solidFill>
                  <a:schemeClr val="tx2"/>
                </a:solidFill>
              </a:rPr>
              <a:t>En de Bedrijfstoestand aan het einde van de laagnaam, voor Bewerking en geometrietype.</a:t>
            </a:r>
          </a:p>
        </p:txBody>
      </p:sp>
      <p:pic>
        <p:nvPicPr>
          <p:cNvPr id="6" name="Picture 5">
            <a:extLst>
              <a:ext uri="{FF2B5EF4-FFF2-40B4-BE49-F238E27FC236}">
                <a16:creationId xmlns:a16="http://schemas.microsoft.com/office/drawing/2014/main" id="{0D39F426-F298-E5B2-A1D1-611AF2564066}"/>
              </a:ext>
            </a:extLst>
          </p:cNvPr>
          <p:cNvPicPr>
            <a:picLocks noChangeAspect="1"/>
          </p:cNvPicPr>
          <p:nvPr/>
        </p:nvPicPr>
        <p:blipFill>
          <a:blip r:embed="rId2"/>
          <a:stretch>
            <a:fillRect/>
          </a:stretch>
        </p:blipFill>
        <p:spPr>
          <a:xfrm>
            <a:off x="496713" y="1150759"/>
            <a:ext cx="9933475" cy="4474852"/>
          </a:xfrm>
          <a:prstGeom prst="rect">
            <a:avLst/>
          </a:prstGeom>
        </p:spPr>
      </p:pic>
    </p:spTree>
    <p:extLst>
      <p:ext uri="{BB962C8B-B14F-4D97-AF65-F5344CB8AC3E}">
        <p14:creationId xmlns:p14="http://schemas.microsoft.com/office/powerpoint/2010/main" val="3870640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582DEB-1847-33AA-E56D-0B0555A0B65A}"/>
              </a:ext>
            </a:extLst>
          </p:cNvPr>
          <p:cNvSpPr>
            <a:spLocks noGrp="1"/>
          </p:cNvSpPr>
          <p:nvPr>
            <p:ph type="title"/>
          </p:nvPr>
        </p:nvSpPr>
        <p:spPr/>
        <p:txBody>
          <a:bodyPr/>
          <a:lstStyle/>
          <a:p>
            <a:r>
              <a:rPr lang="nl-NL" dirty="0"/>
              <a:t>Statusmodel: Bewerking</a:t>
            </a:r>
          </a:p>
        </p:txBody>
      </p:sp>
      <p:sp>
        <p:nvSpPr>
          <p:cNvPr id="4" name="Text Placeholder 3">
            <a:extLst>
              <a:ext uri="{FF2B5EF4-FFF2-40B4-BE49-F238E27FC236}">
                <a16:creationId xmlns:a16="http://schemas.microsoft.com/office/drawing/2014/main" id="{4E4A5CB6-EA4C-D26B-AFC1-A4D7076505A1}"/>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8C2EBC44-A28E-1B5D-A68D-3A0DC046D436}"/>
              </a:ext>
            </a:extLst>
          </p:cNvPr>
          <p:cNvSpPr>
            <a:spLocks noGrp="1"/>
          </p:cNvSpPr>
          <p:nvPr>
            <p:ph type="sldNum" sz="quarter" idx="12"/>
          </p:nvPr>
        </p:nvSpPr>
        <p:spPr/>
        <p:txBody>
          <a:bodyPr/>
          <a:lstStyle/>
          <a:p>
            <a:fld id="{55B2A88A-B7BD-41B1-9FCB-9BE633251ACA}" type="slidenum">
              <a:rPr lang="nl-NL" noProof="0" smtClean="0"/>
              <a:t>23</a:t>
            </a:fld>
            <a:endParaRPr lang="nl-NL" noProof="0"/>
          </a:p>
        </p:txBody>
      </p:sp>
      <p:pic>
        <p:nvPicPr>
          <p:cNvPr id="2" name="Picture 1">
            <a:extLst>
              <a:ext uri="{FF2B5EF4-FFF2-40B4-BE49-F238E27FC236}">
                <a16:creationId xmlns:a16="http://schemas.microsoft.com/office/drawing/2014/main" id="{D28A0CE6-8138-C123-5787-7062DBA5E7FE}"/>
              </a:ext>
            </a:extLst>
          </p:cNvPr>
          <p:cNvPicPr>
            <a:picLocks noChangeAspect="1"/>
          </p:cNvPicPr>
          <p:nvPr/>
        </p:nvPicPr>
        <p:blipFill>
          <a:blip r:embed="rId2"/>
          <a:stretch>
            <a:fillRect/>
          </a:stretch>
        </p:blipFill>
        <p:spPr>
          <a:xfrm>
            <a:off x="496714" y="1399222"/>
            <a:ext cx="10433224" cy="4996600"/>
          </a:xfrm>
          <a:prstGeom prst="rect">
            <a:avLst/>
          </a:prstGeom>
        </p:spPr>
      </p:pic>
    </p:spTree>
    <p:extLst>
      <p:ext uri="{BB962C8B-B14F-4D97-AF65-F5344CB8AC3E}">
        <p14:creationId xmlns:p14="http://schemas.microsoft.com/office/powerpoint/2010/main" val="501250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75051CC-3B27-8E93-D122-BD460447E443}"/>
              </a:ext>
            </a:extLst>
          </p:cNvPr>
          <p:cNvSpPr>
            <a:spLocks noGrp="1"/>
          </p:cNvSpPr>
          <p:nvPr>
            <p:ph type="body" orient="vert" idx="1"/>
          </p:nvPr>
        </p:nvSpPr>
        <p:spPr>
          <a:xfrm>
            <a:off x="496713" y="1467110"/>
            <a:ext cx="11198569" cy="5201201"/>
          </a:xfrm>
        </p:spPr>
        <p:txBody>
          <a:bodyPr>
            <a:normAutofit fontScale="92500" lnSpcReduction="20000"/>
          </a:bodyPr>
          <a:lstStyle/>
          <a:p>
            <a:r>
              <a:rPr lang="nl-NL" dirty="0"/>
              <a:t>Het informatiemodel V10 ondersteunt in zeer beperkte mate relaties tussen objecten. Die relatie is wel gewenst tussen bijvoorbeeld </a:t>
            </a:r>
            <a:r>
              <a:rPr lang="nl-NL" dirty="0" err="1"/>
              <a:t>AbestandBijlage</a:t>
            </a:r>
            <a:r>
              <a:rPr lang="nl-NL" dirty="0"/>
              <a:t> en </a:t>
            </a:r>
            <a:r>
              <a:rPr lang="nl-NL" dirty="0" err="1"/>
              <a:t>Akunstwerk</a:t>
            </a:r>
            <a:r>
              <a:rPr lang="nl-NL" dirty="0"/>
              <a:t>, zodat het diepteprofiel van een gestuurde boring kan worden gekoppeld aan de boring zelf. </a:t>
            </a:r>
          </a:p>
          <a:p>
            <a:r>
              <a:rPr lang="nl-NL" dirty="0"/>
              <a:t>Complicaties:</a:t>
            </a:r>
          </a:p>
          <a:p>
            <a:pPr marL="285750" indent="-285750">
              <a:buFont typeface="Arial" panose="020B0604020202020204" pitchFamily="34" charset="0"/>
              <a:buChar char="•"/>
            </a:pPr>
            <a:r>
              <a:rPr lang="nl-NL" dirty="0"/>
              <a:t>Objecten die nieuw worden getekend in CAD, hebben geen unieke identificatie vanuit GIS, slechts een Handle. </a:t>
            </a:r>
          </a:p>
          <a:p>
            <a:pPr marL="285750" indent="-285750">
              <a:buFont typeface="Arial" panose="020B0604020202020204" pitchFamily="34" charset="0"/>
              <a:buChar char="•"/>
            </a:pPr>
            <a:r>
              <a:rPr lang="nl-NL" dirty="0"/>
              <a:t>Voor het vastleggen van relaties is extra functionaliteit benodigd</a:t>
            </a:r>
          </a:p>
          <a:p>
            <a:pPr marL="285750" indent="-285750">
              <a:buFont typeface="Arial" panose="020B0604020202020204" pitchFamily="34" charset="0"/>
              <a:buChar char="•"/>
            </a:pPr>
            <a:r>
              <a:rPr lang="nl-NL" dirty="0"/>
              <a:t>CAD gebruikers zijn niet gewend om relaties tussen objecten te documenteren</a:t>
            </a:r>
          </a:p>
          <a:p>
            <a:endParaRPr lang="nl-NL" dirty="0"/>
          </a:p>
          <a:p>
            <a:r>
              <a:rPr lang="nl-NL" dirty="0"/>
              <a:t>We zijn om bovengenoemde redenen zeer terughoudend met het vastleggen van relaties in het model. </a:t>
            </a:r>
          </a:p>
          <a:p>
            <a:endParaRPr lang="nl-NL" dirty="0"/>
          </a:p>
          <a:p>
            <a:r>
              <a:rPr lang="nl-NL" dirty="0"/>
              <a:t>Mogelijk oplossing: </a:t>
            </a:r>
            <a:r>
              <a:rPr lang="nl-NL" dirty="0" err="1"/>
              <a:t>Foreign</a:t>
            </a:r>
            <a:r>
              <a:rPr lang="nl-NL" dirty="0"/>
              <a:t> </a:t>
            </a:r>
            <a:r>
              <a:rPr lang="nl-NL" dirty="0" err="1"/>
              <a:t>key</a:t>
            </a:r>
            <a:r>
              <a:rPr lang="nl-NL" dirty="0"/>
              <a:t> vastleggen op Childobject (in een 1:n relatie) in de vorm van de Handle van de </a:t>
            </a:r>
            <a:r>
              <a:rPr lang="nl-NL" dirty="0" err="1"/>
              <a:t>parent</a:t>
            </a:r>
            <a:r>
              <a:rPr lang="nl-NL" dirty="0"/>
              <a:t>. Alternatief zou zijn dat objecten in XML worden "genest". Dit werkt echter niet voor objecten die meerdere 1:n relaties hebben, zoals een KB-draad die aan een </a:t>
            </a:r>
            <a:r>
              <a:rPr lang="nl-NL" dirty="0" err="1"/>
              <a:t>KBgelijkrichter</a:t>
            </a:r>
            <a:r>
              <a:rPr lang="nl-NL" dirty="0"/>
              <a:t> en aan een Gleiding zit. </a:t>
            </a:r>
          </a:p>
          <a:p>
            <a:endParaRPr lang="nl-NL" dirty="0"/>
          </a:p>
          <a:p>
            <a:r>
              <a:rPr lang="nl-NL" dirty="0"/>
              <a:t>Het huidige Informatiemodel ondersteunt de volgende relaties:</a:t>
            </a:r>
          </a:p>
          <a:p>
            <a:pPr marL="285750" indent="-285750">
              <a:buFont typeface="Arial" panose="020B0604020202020204" pitchFamily="34" charset="0"/>
              <a:buChar char="•"/>
            </a:pPr>
            <a:r>
              <a:rPr lang="nl-NL" dirty="0"/>
              <a:t>Kabel/Leiding/Mantelbuis in Mantelbuis, Kunstwerk of Aanlegtechniek: gebruik hiervoor </a:t>
            </a:r>
            <a:r>
              <a:rPr lang="nl-NL" dirty="0" err="1"/>
              <a:t>AmantelbuisInhoud</a:t>
            </a:r>
            <a:endParaRPr lang="nl-NL" dirty="0"/>
          </a:p>
          <a:p>
            <a:pPr marL="285750" indent="-285750">
              <a:buFont typeface="Arial" panose="020B0604020202020204" pitchFamily="34" charset="0"/>
              <a:buChar char="•"/>
            </a:pPr>
            <a:r>
              <a:rPr lang="nl-NL" dirty="0"/>
              <a:t>LS/MS/HS kabel en bijbehorende moffen </a:t>
            </a:r>
            <a:r>
              <a:rPr lang="nl-NL" dirty="0" err="1"/>
              <a:t>dmv</a:t>
            </a:r>
            <a:r>
              <a:rPr lang="nl-NL" dirty="0"/>
              <a:t> overeenkomstig </a:t>
            </a:r>
            <a:r>
              <a:rPr lang="nl-NL" dirty="0" err="1"/>
              <a:t>Verbindingnummer</a:t>
            </a:r>
            <a:endParaRPr lang="nl-NL" dirty="0"/>
          </a:p>
          <a:p>
            <a:pPr marL="285750" indent="-285750">
              <a:buFont typeface="Arial" panose="020B0604020202020204" pitchFamily="34" charset="0"/>
              <a:buChar char="•"/>
            </a:pPr>
            <a:r>
              <a:rPr lang="nl-NL" dirty="0"/>
              <a:t>Diverse KB-objecten hebben de attributen </a:t>
            </a:r>
            <a:r>
              <a:rPr lang="nl-NL" dirty="0" err="1"/>
              <a:t>KBnet</a:t>
            </a:r>
            <a:r>
              <a:rPr lang="nl-NL" dirty="0"/>
              <a:t> en </a:t>
            </a:r>
            <a:r>
              <a:rPr lang="nl-NL" dirty="0" err="1"/>
              <a:t>KBsectie</a:t>
            </a:r>
            <a:r>
              <a:rPr lang="nl-NL" dirty="0"/>
              <a:t>, waarmee KB-objecten die in het zelfde KB-net horen te herkennen zijn.</a:t>
            </a:r>
          </a:p>
          <a:p>
            <a:pPr marL="285750" indent="-285750">
              <a:buFont typeface="Arial" panose="020B0604020202020204" pitchFamily="34" charset="0"/>
              <a:buChar char="•"/>
            </a:pPr>
            <a:r>
              <a:rPr lang="nl-NL" dirty="0" err="1"/>
              <a:t>Aaanlegtechniek</a:t>
            </a:r>
            <a:r>
              <a:rPr lang="nl-NL" dirty="0"/>
              <a:t> en </a:t>
            </a:r>
            <a:r>
              <a:rPr lang="nl-NL" dirty="0" err="1"/>
              <a:t>InUittredepunt</a:t>
            </a:r>
            <a:r>
              <a:rPr lang="nl-NL" dirty="0"/>
              <a:t> </a:t>
            </a:r>
            <a:r>
              <a:rPr lang="nl-NL" dirty="0" err="1"/>
              <a:t>dmv</a:t>
            </a:r>
            <a:r>
              <a:rPr lang="nl-NL" dirty="0"/>
              <a:t> Handle van de Aanlegtechniek op het </a:t>
            </a:r>
            <a:r>
              <a:rPr lang="nl-NL" dirty="0" err="1"/>
              <a:t>InUittredepunt</a:t>
            </a:r>
            <a:endParaRPr lang="nl-NL" dirty="0"/>
          </a:p>
        </p:txBody>
      </p:sp>
      <p:sp>
        <p:nvSpPr>
          <p:cNvPr id="3" name="Title 2">
            <a:extLst>
              <a:ext uri="{FF2B5EF4-FFF2-40B4-BE49-F238E27FC236}">
                <a16:creationId xmlns:a16="http://schemas.microsoft.com/office/drawing/2014/main" id="{1485808D-A383-3453-437C-911CC74FAC68}"/>
              </a:ext>
            </a:extLst>
          </p:cNvPr>
          <p:cNvSpPr>
            <a:spLocks noGrp="1"/>
          </p:cNvSpPr>
          <p:nvPr>
            <p:ph type="title"/>
          </p:nvPr>
        </p:nvSpPr>
        <p:spPr/>
        <p:txBody>
          <a:bodyPr/>
          <a:lstStyle/>
          <a:p>
            <a:r>
              <a:rPr lang="nl-NL" dirty="0"/>
              <a:t>Relaties tussen objecten</a:t>
            </a:r>
          </a:p>
        </p:txBody>
      </p:sp>
      <p:sp>
        <p:nvSpPr>
          <p:cNvPr id="4" name="Text Placeholder 3">
            <a:extLst>
              <a:ext uri="{FF2B5EF4-FFF2-40B4-BE49-F238E27FC236}">
                <a16:creationId xmlns:a16="http://schemas.microsoft.com/office/drawing/2014/main" id="{D744EE98-A666-04E5-855E-68505E7A40A8}"/>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0C176F5-250B-6881-C023-CB3A82CD2228}"/>
              </a:ext>
            </a:extLst>
          </p:cNvPr>
          <p:cNvSpPr>
            <a:spLocks noGrp="1"/>
          </p:cNvSpPr>
          <p:nvPr>
            <p:ph type="sldNum" sz="quarter" idx="12"/>
          </p:nvPr>
        </p:nvSpPr>
        <p:spPr/>
        <p:txBody>
          <a:bodyPr/>
          <a:lstStyle/>
          <a:p>
            <a:fld id="{55B2A88A-B7BD-41B1-9FCB-9BE633251ACA}" type="slidenum">
              <a:rPr lang="nl-NL" noProof="0" smtClean="0"/>
              <a:t>24</a:t>
            </a:fld>
            <a:endParaRPr lang="nl-NL" noProof="0"/>
          </a:p>
        </p:txBody>
      </p:sp>
    </p:spTree>
    <p:extLst>
      <p:ext uri="{BB962C8B-B14F-4D97-AF65-F5344CB8AC3E}">
        <p14:creationId xmlns:p14="http://schemas.microsoft.com/office/powerpoint/2010/main" val="3835707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4C2A36BF-9D7B-92E8-25E6-A03DFB800E7E}"/>
              </a:ext>
            </a:extLst>
          </p:cNvPr>
          <p:cNvSpPr>
            <a:spLocks noGrp="1"/>
          </p:cNvSpPr>
          <p:nvPr>
            <p:ph type="body" orient="vert" idx="1"/>
          </p:nvPr>
        </p:nvSpPr>
        <p:spPr>
          <a:xfrm>
            <a:off x="496713" y="1467110"/>
            <a:ext cx="2680241" cy="4314379"/>
          </a:xfrm>
        </p:spPr>
        <p:txBody>
          <a:bodyPr/>
          <a:lstStyle/>
          <a:p>
            <a:r>
              <a:rPr lang="nl-NL" dirty="0"/>
              <a:t>Objecten LS:</a:t>
            </a:r>
          </a:p>
          <a:p>
            <a:pPr marL="285750" indent="-285750">
              <a:buFont typeface="Arial" panose="020B0604020202020204" pitchFamily="34" charset="0"/>
              <a:buChar char="•"/>
            </a:pPr>
            <a:r>
              <a:rPr lang="nl-NL" dirty="0" err="1"/>
              <a:t>LSkabel</a:t>
            </a:r>
            <a:endParaRPr lang="nl-NL" dirty="0"/>
          </a:p>
          <a:p>
            <a:pPr marL="285750" indent="-285750">
              <a:buFont typeface="Arial" panose="020B0604020202020204" pitchFamily="34" charset="0"/>
              <a:buChar char="•"/>
            </a:pPr>
            <a:r>
              <a:rPr lang="nl-NL" dirty="0" err="1"/>
              <a:t>LSmof</a:t>
            </a:r>
            <a:endParaRPr lang="nl-NL" dirty="0"/>
          </a:p>
          <a:p>
            <a:pPr marL="285750" indent="-285750">
              <a:buFont typeface="Arial" panose="020B0604020202020204" pitchFamily="34" charset="0"/>
              <a:buChar char="•"/>
            </a:pPr>
            <a:r>
              <a:rPr lang="nl-NL" dirty="0" err="1"/>
              <a:t>OVLoverdrachtspunt</a:t>
            </a:r>
            <a:endParaRPr lang="nl-NL" dirty="0"/>
          </a:p>
          <a:p>
            <a:pPr marL="285750" indent="-285750">
              <a:buFont typeface="Arial" panose="020B0604020202020204" pitchFamily="34" charset="0"/>
              <a:buChar char="•"/>
            </a:pPr>
            <a:r>
              <a:rPr lang="nl-NL" dirty="0" err="1"/>
              <a:t>LSoverdrachtspunt</a:t>
            </a:r>
            <a:endParaRPr lang="nl-NL" dirty="0"/>
          </a:p>
          <a:p>
            <a:r>
              <a:rPr lang="nl-NL" dirty="0"/>
              <a:t>Objecten </a:t>
            </a:r>
            <a:r>
              <a:rPr lang="nl-NL" dirty="0" err="1"/>
              <a:t>Aardnet</a:t>
            </a:r>
            <a:r>
              <a:rPr lang="nl-NL" dirty="0"/>
              <a:t>:</a:t>
            </a:r>
          </a:p>
          <a:p>
            <a:pPr marL="285750" indent="-285750">
              <a:buFont typeface="Arial" panose="020B0604020202020204" pitchFamily="34" charset="0"/>
              <a:buChar char="•"/>
            </a:pPr>
            <a:r>
              <a:rPr lang="nl-NL" dirty="0" err="1"/>
              <a:t>Eaardmof</a:t>
            </a:r>
            <a:endParaRPr lang="nl-NL" dirty="0"/>
          </a:p>
          <a:p>
            <a:pPr marL="285750" indent="-285750">
              <a:buFont typeface="Arial" panose="020B0604020202020204" pitchFamily="34" charset="0"/>
              <a:buChar char="•"/>
            </a:pPr>
            <a:r>
              <a:rPr lang="nl-NL" dirty="0" err="1"/>
              <a:t>Eaarddraad</a:t>
            </a:r>
            <a:endParaRPr lang="nl-NL" dirty="0"/>
          </a:p>
          <a:p>
            <a:pPr marL="285750" indent="-285750">
              <a:buFont typeface="Arial" panose="020B0604020202020204" pitchFamily="34" charset="0"/>
              <a:buChar char="•"/>
            </a:pPr>
            <a:r>
              <a:rPr lang="nl-NL" dirty="0" err="1"/>
              <a:t>Eaardpen</a:t>
            </a:r>
            <a:endParaRPr lang="nl-NL" dirty="0"/>
          </a:p>
          <a:p>
            <a:r>
              <a:rPr lang="nl-NL" dirty="0"/>
              <a:t>Objecten MS</a:t>
            </a:r>
          </a:p>
          <a:p>
            <a:pPr marL="285750" indent="-285750">
              <a:buFont typeface="Arial" panose="020B0604020202020204" pitchFamily="34" charset="0"/>
              <a:buChar char="•"/>
            </a:pPr>
            <a:r>
              <a:rPr lang="nl-NL" dirty="0" err="1"/>
              <a:t>MSkabel</a:t>
            </a:r>
            <a:endParaRPr lang="nl-NL" dirty="0"/>
          </a:p>
          <a:p>
            <a:pPr marL="285750" indent="-285750">
              <a:buFont typeface="Arial" panose="020B0604020202020204" pitchFamily="34" charset="0"/>
              <a:buChar char="•"/>
            </a:pPr>
            <a:r>
              <a:rPr lang="nl-NL" dirty="0" err="1"/>
              <a:t>MSmof</a:t>
            </a:r>
            <a:endParaRPr lang="nl-NL" dirty="0"/>
          </a:p>
          <a:p>
            <a:pPr marL="285750" indent="-285750">
              <a:buFont typeface="Arial" panose="020B0604020202020204" pitchFamily="34" charset="0"/>
              <a:buChar char="•"/>
            </a:pPr>
            <a:r>
              <a:rPr lang="nl-NL" dirty="0" err="1"/>
              <a:t>MSoverdrachtspunt</a:t>
            </a:r>
            <a:endParaRPr lang="nl-NL" dirty="0"/>
          </a:p>
          <a:p>
            <a:r>
              <a:rPr lang="nl-NL" dirty="0"/>
              <a:t>Station/Kast:</a:t>
            </a:r>
          </a:p>
          <a:p>
            <a:pPr marL="285750" indent="-285750">
              <a:buFont typeface="Arial" panose="020B0604020202020204" pitchFamily="34" charset="0"/>
              <a:buChar char="•"/>
            </a:pPr>
            <a:r>
              <a:rPr lang="nl-NL" dirty="0" err="1"/>
              <a:t>LSkast</a:t>
            </a:r>
            <a:endParaRPr lang="nl-NL" dirty="0"/>
          </a:p>
          <a:p>
            <a:pPr marL="285750" indent="-285750">
              <a:buFont typeface="Arial" panose="020B0604020202020204" pitchFamily="34" charset="0"/>
              <a:buChar char="•"/>
            </a:pPr>
            <a:r>
              <a:rPr lang="nl-NL" dirty="0" err="1"/>
              <a:t>MSstation</a:t>
            </a:r>
            <a:endParaRPr lang="nl-NL" dirty="0"/>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96BBE697-DA75-5348-AC21-61FBF36F28FE}"/>
              </a:ext>
            </a:extLst>
          </p:cNvPr>
          <p:cNvSpPr>
            <a:spLocks noGrp="1"/>
          </p:cNvSpPr>
          <p:nvPr>
            <p:ph type="title"/>
          </p:nvPr>
        </p:nvSpPr>
        <p:spPr/>
        <p:txBody>
          <a:bodyPr/>
          <a:lstStyle/>
          <a:p>
            <a:r>
              <a:rPr lang="nl-NL" dirty="0"/>
              <a:t>Objecten Elektra en Algemeen in het model</a:t>
            </a:r>
          </a:p>
        </p:txBody>
      </p:sp>
      <p:sp>
        <p:nvSpPr>
          <p:cNvPr id="4" name="Text Placeholder 3">
            <a:extLst>
              <a:ext uri="{FF2B5EF4-FFF2-40B4-BE49-F238E27FC236}">
                <a16:creationId xmlns:a16="http://schemas.microsoft.com/office/drawing/2014/main" id="{65777011-8BAA-EB99-5681-0F3C7135AA12}"/>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5541583-CDD8-CF1B-A227-00BF44C2E560}"/>
              </a:ext>
            </a:extLst>
          </p:cNvPr>
          <p:cNvSpPr>
            <a:spLocks noGrp="1"/>
          </p:cNvSpPr>
          <p:nvPr>
            <p:ph type="sldNum" sz="quarter" idx="12"/>
          </p:nvPr>
        </p:nvSpPr>
        <p:spPr/>
        <p:txBody>
          <a:bodyPr/>
          <a:lstStyle/>
          <a:p>
            <a:fld id="{55B2A88A-B7BD-41B1-9FCB-9BE633251ACA}" type="slidenum">
              <a:rPr lang="nl-NL" noProof="0" smtClean="0"/>
              <a:t>25</a:t>
            </a:fld>
            <a:endParaRPr lang="nl-NL" noProof="0"/>
          </a:p>
        </p:txBody>
      </p:sp>
      <p:sp>
        <p:nvSpPr>
          <p:cNvPr id="6" name="Vertical Text Placeholder 1">
            <a:extLst>
              <a:ext uri="{FF2B5EF4-FFF2-40B4-BE49-F238E27FC236}">
                <a16:creationId xmlns:a16="http://schemas.microsoft.com/office/drawing/2014/main" id="{215C1F33-618E-A8C5-0530-DDC2F2F998DC}"/>
              </a:ext>
            </a:extLst>
          </p:cNvPr>
          <p:cNvSpPr txBox="1">
            <a:spLocks/>
          </p:cNvSpPr>
          <p:nvPr/>
        </p:nvSpPr>
        <p:spPr>
          <a:xfrm>
            <a:off x="7737931" y="1467109"/>
            <a:ext cx="2939540" cy="4314379"/>
          </a:xfrm>
          <a:prstGeom prst="rect">
            <a:avLst/>
          </a:prstGeom>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8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baseline="0">
                <a:solidFill>
                  <a:schemeClr val="tx1">
                    <a:lumMod val="75000"/>
                    <a:lumOff val="25000"/>
                  </a:schemeClr>
                </a:solidFill>
                <a:latin typeface="+mj-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r>
              <a:rPr lang="nl-NL" dirty="0"/>
              <a:t>Algemene objecten:</a:t>
            </a:r>
          </a:p>
          <a:p>
            <a:pPr marL="285750" indent="-285750">
              <a:buFont typeface="Arial" panose="020B0604020202020204" pitchFamily="34" charset="0"/>
              <a:buChar char="•"/>
            </a:pPr>
            <a:r>
              <a:rPr lang="nl-NL" dirty="0" err="1"/>
              <a:t>Aprojectreferentie</a:t>
            </a:r>
            <a:endParaRPr lang="nl-NL" dirty="0"/>
          </a:p>
          <a:p>
            <a:pPr marL="285750" indent="-285750">
              <a:buFont typeface="Arial" panose="020B0604020202020204" pitchFamily="34" charset="0"/>
              <a:buChar char="•"/>
            </a:pPr>
            <a:r>
              <a:rPr lang="nl-NL" dirty="0"/>
              <a:t>Amantelbuis</a:t>
            </a:r>
          </a:p>
          <a:p>
            <a:pPr marL="285750" indent="-285750">
              <a:buFont typeface="Arial" panose="020B0604020202020204" pitchFamily="34" charset="0"/>
              <a:buChar char="•"/>
            </a:pPr>
            <a:r>
              <a:rPr lang="nl-NL" dirty="0" err="1"/>
              <a:t>AmantelbuisInhoud</a:t>
            </a:r>
            <a:endParaRPr lang="nl-NL" dirty="0"/>
          </a:p>
          <a:p>
            <a:pPr marL="285750" indent="-285750">
              <a:buFont typeface="Arial" panose="020B0604020202020204" pitchFamily="34" charset="0"/>
              <a:buChar char="•"/>
            </a:pPr>
            <a:r>
              <a:rPr lang="nl-NL" dirty="0" err="1"/>
              <a:t>Aopmerking</a:t>
            </a:r>
            <a:endParaRPr lang="nl-NL" dirty="0"/>
          </a:p>
          <a:p>
            <a:pPr marL="285750" indent="-285750">
              <a:buFont typeface="Arial" panose="020B0604020202020204" pitchFamily="34" charset="0"/>
              <a:buChar char="•"/>
            </a:pPr>
            <a:r>
              <a:rPr lang="nl-NL" dirty="0" err="1"/>
              <a:t>Amaaiveldhoogte</a:t>
            </a:r>
            <a:endParaRPr lang="nl-NL" dirty="0"/>
          </a:p>
          <a:p>
            <a:pPr marL="285750" indent="-285750">
              <a:buFont typeface="Arial" panose="020B0604020202020204" pitchFamily="34" charset="0"/>
              <a:buChar char="•"/>
            </a:pPr>
            <a:r>
              <a:rPr lang="nl-NL" dirty="0" err="1"/>
              <a:t>Abestand_bijlage</a:t>
            </a:r>
            <a:endParaRPr lang="nl-NL" dirty="0"/>
          </a:p>
          <a:p>
            <a:pPr marL="285750" indent="-285750">
              <a:buFont typeface="Arial" panose="020B0604020202020204" pitchFamily="34" charset="0"/>
              <a:buChar char="•"/>
            </a:pPr>
            <a:r>
              <a:rPr lang="nl-NL" dirty="0" err="1"/>
              <a:t>Akunstwerk</a:t>
            </a:r>
            <a:endParaRPr lang="nl-NL" dirty="0"/>
          </a:p>
          <a:p>
            <a:pPr marL="285750" indent="-285750">
              <a:buFont typeface="Arial" panose="020B0604020202020204" pitchFamily="34" charset="0"/>
              <a:buChar char="•"/>
            </a:pPr>
            <a:r>
              <a:rPr lang="nl-NL" dirty="0" err="1"/>
              <a:t>Aaanlegtechniek</a:t>
            </a:r>
            <a:endParaRPr lang="nl-NL" dirty="0"/>
          </a:p>
          <a:p>
            <a:pPr marL="285750" indent="-285750">
              <a:buFont typeface="Arial" panose="020B0604020202020204" pitchFamily="34" charset="0"/>
              <a:buChar char="•"/>
            </a:pPr>
            <a:r>
              <a:rPr lang="nl-NL" dirty="0" err="1"/>
              <a:t>AbeschermingVlak</a:t>
            </a:r>
            <a:endParaRPr lang="nl-NL" dirty="0"/>
          </a:p>
          <a:p>
            <a:pPr marL="285750" indent="-285750">
              <a:buFont typeface="Arial" panose="020B0604020202020204" pitchFamily="34" charset="0"/>
              <a:buChar char="•"/>
            </a:pPr>
            <a:r>
              <a:rPr lang="nl-NL" dirty="0" err="1"/>
              <a:t>Amarkeringsobject</a:t>
            </a:r>
            <a:endParaRPr lang="nl-NL" dirty="0"/>
          </a:p>
          <a:p>
            <a:pPr marL="285750" indent="-285750">
              <a:buFont typeface="Arial" panose="020B0604020202020204" pitchFamily="34" charset="0"/>
              <a:buChar char="•"/>
            </a:pPr>
            <a:r>
              <a:rPr lang="nl-NL" dirty="0" err="1"/>
              <a:t>AmantelbuisInhoud</a:t>
            </a:r>
            <a:endParaRPr lang="nl-NL" dirty="0"/>
          </a:p>
          <a:p>
            <a:pPr marL="285750" indent="-285750">
              <a:buFont typeface="Arial" panose="020B0604020202020204" pitchFamily="34" charset="0"/>
              <a:buChar char="•"/>
            </a:pPr>
            <a:r>
              <a:rPr lang="nl-NL" dirty="0" err="1"/>
              <a:t>AinUittredepunt</a:t>
            </a: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sp>
        <p:nvSpPr>
          <p:cNvPr id="9" name="Vertical Text Placeholder 1">
            <a:extLst>
              <a:ext uri="{FF2B5EF4-FFF2-40B4-BE49-F238E27FC236}">
                <a16:creationId xmlns:a16="http://schemas.microsoft.com/office/drawing/2014/main" id="{9349BEDA-5F56-0038-A8D5-0724694488DD}"/>
              </a:ext>
            </a:extLst>
          </p:cNvPr>
          <p:cNvSpPr txBox="1">
            <a:spLocks/>
          </p:cNvSpPr>
          <p:nvPr/>
        </p:nvSpPr>
        <p:spPr>
          <a:xfrm>
            <a:off x="3440548" y="1467110"/>
            <a:ext cx="3514730" cy="4990838"/>
          </a:xfrm>
          <a:prstGeom prst="rect">
            <a:avLst/>
          </a:prstGeom>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8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baseline="0">
                <a:solidFill>
                  <a:schemeClr val="tx1">
                    <a:lumMod val="75000"/>
                    <a:lumOff val="25000"/>
                  </a:schemeClr>
                </a:solidFill>
                <a:latin typeface="+mj-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r>
              <a:rPr lang="nl-NL" dirty="0"/>
              <a:t>Objecten HS:</a:t>
            </a:r>
          </a:p>
          <a:p>
            <a:pPr marL="285750" indent="-285750">
              <a:buFont typeface="Arial" panose="020B0604020202020204" pitchFamily="34" charset="0"/>
              <a:buChar char="•"/>
            </a:pPr>
            <a:r>
              <a:rPr lang="nl-NL" dirty="0" err="1"/>
              <a:t>Hskabel</a:t>
            </a:r>
            <a:endParaRPr lang="nl-NL" dirty="0"/>
          </a:p>
          <a:p>
            <a:pPr marL="285750" indent="-285750">
              <a:buFont typeface="Arial" panose="020B0604020202020204" pitchFamily="34" charset="0"/>
              <a:buChar char="•"/>
            </a:pPr>
            <a:r>
              <a:rPr lang="nl-NL" dirty="0" err="1"/>
              <a:t>Hsmof</a:t>
            </a:r>
            <a:endParaRPr lang="nl-NL" dirty="0"/>
          </a:p>
          <a:p>
            <a:pPr marL="285750" indent="-285750">
              <a:buFont typeface="Arial" panose="020B0604020202020204" pitchFamily="34" charset="0"/>
              <a:buChar char="•"/>
            </a:pPr>
            <a:r>
              <a:rPr lang="nl-NL" dirty="0" err="1"/>
              <a:t>Hsstation</a:t>
            </a:r>
            <a:endParaRPr lang="nl-NL" dirty="0"/>
          </a:p>
          <a:p>
            <a:pPr marL="285750" indent="-285750">
              <a:buFont typeface="Arial" panose="020B0604020202020204" pitchFamily="34" charset="0"/>
              <a:buChar char="•"/>
            </a:pPr>
            <a:r>
              <a:rPr lang="nl-NL" dirty="0" err="1"/>
              <a:t>Eoliedrukinstallatie</a:t>
            </a:r>
            <a:endParaRPr lang="nl-NL" dirty="0"/>
          </a:p>
          <a:p>
            <a:pPr marL="285750" indent="-285750">
              <a:buFont typeface="Arial" panose="020B0604020202020204" pitchFamily="34" charset="0"/>
              <a:buChar char="•"/>
            </a:pPr>
            <a:r>
              <a:rPr lang="nl-NL" dirty="0" err="1"/>
              <a:t>EOliedrukleiding</a:t>
            </a: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err="1"/>
              <a:t>N.b.</a:t>
            </a:r>
            <a:r>
              <a:rPr lang="nl-NL" dirty="0"/>
              <a:t> Het betreft hier slechts de HS-objecten die door de regionale netbeheerders worden beheerd (max 66 kV)</a:t>
            </a:r>
          </a:p>
          <a:p>
            <a:pPr marL="285750" indent="-285750">
              <a:buFont typeface="Arial" panose="020B0604020202020204" pitchFamily="34" charset="0"/>
              <a:buChar char="•"/>
            </a:pPr>
            <a:endParaRPr lang="nl-NL" dirty="0"/>
          </a:p>
        </p:txBody>
      </p:sp>
    </p:spTree>
    <p:extLst>
      <p:ext uri="{BB962C8B-B14F-4D97-AF65-F5344CB8AC3E}">
        <p14:creationId xmlns:p14="http://schemas.microsoft.com/office/powerpoint/2010/main" val="2507449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156A68E4-7611-C8C1-B01A-A4FC8F553581}"/>
              </a:ext>
            </a:extLst>
          </p:cNvPr>
          <p:cNvSpPr>
            <a:spLocks noGrp="1"/>
          </p:cNvSpPr>
          <p:nvPr>
            <p:ph type="body" orient="vert" idx="1"/>
          </p:nvPr>
        </p:nvSpPr>
        <p:spPr>
          <a:xfrm>
            <a:off x="496713" y="1467110"/>
            <a:ext cx="3565923" cy="4723670"/>
          </a:xfrm>
        </p:spPr>
        <p:txBody>
          <a:bodyPr/>
          <a:lstStyle/>
          <a:p>
            <a:pPr marL="285750" indent="-285750">
              <a:buFont typeface="Arial" panose="020B0604020202020204" pitchFamily="34" charset="0"/>
              <a:buChar char="•"/>
            </a:pPr>
            <a:r>
              <a:rPr lang="nl-NL" dirty="0" err="1"/>
              <a:t>Gstation</a:t>
            </a:r>
            <a:endParaRPr lang="nl-NL" dirty="0"/>
          </a:p>
          <a:p>
            <a:pPr marL="285750" indent="-285750">
              <a:buFont typeface="Arial" panose="020B0604020202020204" pitchFamily="34" charset="0"/>
              <a:buChar char="•"/>
            </a:pPr>
            <a:r>
              <a:rPr lang="nl-NL" dirty="0"/>
              <a:t>Gleiding</a:t>
            </a:r>
          </a:p>
          <a:p>
            <a:pPr marL="285750" indent="-285750">
              <a:buFont typeface="Arial" panose="020B0604020202020204" pitchFamily="34" charset="0"/>
              <a:buChar char="•"/>
            </a:pPr>
            <a:r>
              <a:rPr lang="nl-NL" dirty="0" err="1"/>
              <a:t>Gafsluiter</a:t>
            </a:r>
            <a:endParaRPr lang="nl-NL" dirty="0"/>
          </a:p>
          <a:p>
            <a:pPr marL="285750" indent="-285750">
              <a:buFont typeface="Arial" panose="020B0604020202020204" pitchFamily="34" charset="0"/>
              <a:buChar char="•"/>
            </a:pPr>
            <a:r>
              <a:rPr lang="nl-NL" dirty="0" err="1"/>
              <a:t>GTstuk</a:t>
            </a:r>
            <a:endParaRPr lang="nl-NL" dirty="0"/>
          </a:p>
          <a:p>
            <a:pPr marL="285750" indent="-285750">
              <a:buFont typeface="Arial" panose="020B0604020202020204" pitchFamily="34" charset="0"/>
              <a:buChar char="•"/>
            </a:pPr>
            <a:r>
              <a:rPr lang="nl-NL" dirty="0" err="1"/>
              <a:t>Goverdrachtspunt</a:t>
            </a:r>
            <a:endParaRPr lang="nl-NL" dirty="0"/>
          </a:p>
          <a:p>
            <a:pPr marL="285750" indent="-285750">
              <a:buFont typeface="Arial" panose="020B0604020202020204" pitchFamily="34" charset="0"/>
              <a:buChar char="•"/>
            </a:pPr>
            <a:r>
              <a:rPr lang="nl-NL" dirty="0" err="1"/>
              <a:t>Gaftakzadel</a:t>
            </a:r>
            <a:endParaRPr lang="nl-NL" dirty="0"/>
          </a:p>
          <a:p>
            <a:pPr marL="285750" indent="-285750">
              <a:buFont typeface="Arial" panose="020B0604020202020204" pitchFamily="34" charset="0"/>
              <a:buChar char="•"/>
            </a:pPr>
            <a:r>
              <a:rPr lang="nl-NL" dirty="0" err="1"/>
              <a:t>Geindstuk</a:t>
            </a:r>
            <a:endParaRPr lang="nl-NL" dirty="0"/>
          </a:p>
          <a:p>
            <a:pPr marL="285750" indent="-285750">
              <a:buFont typeface="Arial" panose="020B0604020202020204" pitchFamily="34" charset="0"/>
              <a:buChar char="•"/>
            </a:pPr>
            <a:r>
              <a:rPr lang="nl-NL" dirty="0" err="1"/>
              <a:t>GappendageOverig</a:t>
            </a:r>
            <a:endParaRPr lang="nl-NL" dirty="0"/>
          </a:p>
          <a:p>
            <a:pPr marL="285750" indent="-285750">
              <a:buFont typeface="Arial" panose="020B0604020202020204" pitchFamily="34" charset="0"/>
              <a:buChar char="•"/>
            </a:pPr>
            <a:r>
              <a:rPr lang="nl-NL" dirty="0" err="1"/>
              <a:t>Gisolatiestuk</a:t>
            </a:r>
            <a:endParaRPr lang="nl-NL" dirty="0"/>
          </a:p>
          <a:p>
            <a:pPr marL="285750" indent="-285750">
              <a:buFont typeface="Arial" panose="020B0604020202020204" pitchFamily="34" charset="0"/>
              <a:buChar char="•"/>
            </a:pPr>
            <a:r>
              <a:rPr lang="nl-NL" dirty="0" err="1"/>
              <a:t>Govergangsstuk</a:t>
            </a:r>
            <a:endParaRPr lang="nl-NL" dirty="0"/>
          </a:p>
          <a:p>
            <a:pPr marL="285750" indent="-285750">
              <a:buFont typeface="Arial" panose="020B0604020202020204" pitchFamily="34" charset="0"/>
              <a:buChar char="•"/>
            </a:pPr>
            <a:r>
              <a:rPr lang="nl-NL" dirty="0" err="1">
                <a:solidFill>
                  <a:schemeClr val="accent3"/>
                </a:solidFill>
              </a:rPr>
              <a:t>Gmeetpunt</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Gleidingafblaas</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Gsifon</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GvertikaleBocht</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Gontspanningselement</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Gblaasgatzadel</a:t>
            </a:r>
            <a:endParaRPr lang="nl-NL" dirty="0">
              <a:solidFill>
                <a:schemeClr val="accent3"/>
              </a:solidFill>
            </a:endParaRP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858E2381-B1FD-C43B-5A51-2D7840BCDCC2}"/>
              </a:ext>
            </a:extLst>
          </p:cNvPr>
          <p:cNvSpPr>
            <a:spLocks noGrp="1"/>
          </p:cNvSpPr>
          <p:nvPr>
            <p:ph type="title"/>
          </p:nvPr>
        </p:nvSpPr>
        <p:spPr/>
        <p:txBody>
          <a:bodyPr/>
          <a:lstStyle/>
          <a:p>
            <a:r>
              <a:rPr lang="nl-NL" dirty="0"/>
              <a:t>Objecten Gas </a:t>
            </a:r>
            <a:r>
              <a:rPr lang="nl-NL" dirty="0" err="1"/>
              <a:t>incl</a:t>
            </a:r>
            <a:r>
              <a:rPr lang="nl-NL" dirty="0"/>
              <a:t> KB in het model</a:t>
            </a:r>
          </a:p>
        </p:txBody>
      </p:sp>
      <p:sp>
        <p:nvSpPr>
          <p:cNvPr id="4" name="Text Placeholder 3">
            <a:extLst>
              <a:ext uri="{FF2B5EF4-FFF2-40B4-BE49-F238E27FC236}">
                <a16:creationId xmlns:a16="http://schemas.microsoft.com/office/drawing/2014/main" id="{481346DA-974C-5EA8-E23A-3ED1FEA6C987}"/>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BB628FCD-B1F3-A4CB-7F23-BDE1F54E47ED}"/>
              </a:ext>
            </a:extLst>
          </p:cNvPr>
          <p:cNvSpPr>
            <a:spLocks noGrp="1"/>
          </p:cNvSpPr>
          <p:nvPr>
            <p:ph type="sldNum" sz="quarter" idx="12"/>
          </p:nvPr>
        </p:nvSpPr>
        <p:spPr/>
        <p:txBody>
          <a:bodyPr/>
          <a:lstStyle/>
          <a:p>
            <a:fld id="{55B2A88A-B7BD-41B1-9FCB-9BE633251ACA}" type="slidenum">
              <a:rPr lang="nl-NL" noProof="0" smtClean="0"/>
              <a:t>26</a:t>
            </a:fld>
            <a:endParaRPr lang="nl-NL" noProof="0"/>
          </a:p>
        </p:txBody>
      </p:sp>
      <p:sp>
        <p:nvSpPr>
          <p:cNvPr id="6" name="Vertical Text Placeholder 1">
            <a:extLst>
              <a:ext uri="{FF2B5EF4-FFF2-40B4-BE49-F238E27FC236}">
                <a16:creationId xmlns:a16="http://schemas.microsoft.com/office/drawing/2014/main" id="{EF250C73-469C-D1B5-B5C1-92EA148E042C}"/>
              </a:ext>
            </a:extLst>
          </p:cNvPr>
          <p:cNvSpPr txBox="1">
            <a:spLocks/>
          </p:cNvSpPr>
          <p:nvPr/>
        </p:nvSpPr>
        <p:spPr>
          <a:xfrm>
            <a:off x="6096000" y="1467109"/>
            <a:ext cx="3565923" cy="4314379"/>
          </a:xfrm>
          <a:prstGeom prst="rect">
            <a:avLst/>
          </a:prstGeom>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8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baseline="0">
                <a:solidFill>
                  <a:schemeClr val="tx1">
                    <a:lumMod val="75000"/>
                    <a:lumOff val="25000"/>
                  </a:schemeClr>
                </a:solidFill>
                <a:latin typeface="+mj-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r>
              <a:rPr lang="nl-NL" dirty="0">
                <a:solidFill>
                  <a:schemeClr val="accent3"/>
                </a:solidFill>
              </a:rPr>
              <a:t>KB:</a:t>
            </a:r>
          </a:p>
          <a:p>
            <a:pPr marL="285750" indent="-285750">
              <a:buFont typeface="Arial" panose="020B0604020202020204" pitchFamily="34" charset="0"/>
              <a:buChar char="•"/>
            </a:pPr>
            <a:r>
              <a:rPr lang="nl-NL" dirty="0" err="1">
                <a:solidFill>
                  <a:schemeClr val="accent3"/>
                </a:solidFill>
              </a:rPr>
              <a:t>KBgelijkrichter</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KBmeetdraad</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KBmeetpaal</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KBanode</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KBdrainage</a:t>
            </a:r>
            <a:endParaRPr lang="nl-NL" dirty="0">
              <a:solidFill>
                <a:schemeClr val="accent3"/>
              </a:solidFill>
            </a:endParaRPr>
          </a:p>
          <a:p>
            <a:pPr marL="285750" indent="-285750">
              <a:buFont typeface="Arial" panose="020B0604020202020204" pitchFamily="34" charset="0"/>
              <a:buChar char="•"/>
            </a:pPr>
            <a:r>
              <a:rPr lang="nl-NL" dirty="0" err="1">
                <a:solidFill>
                  <a:schemeClr val="accent3"/>
                </a:solidFill>
              </a:rPr>
              <a:t>KBobject</a:t>
            </a:r>
            <a:endParaRPr lang="nl-NL" dirty="0">
              <a:solidFill>
                <a:schemeClr val="accent3"/>
              </a:solidFill>
            </a:endParaRP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spTree>
    <p:extLst>
      <p:ext uri="{BB962C8B-B14F-4D97-AF65-F5344CB8AC3E}">
        <p14:creationId xmlns:p14="http://schemas.microsoft.com/office/powerpoint/2010/main" val="2224638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CB19E55E-8D97-5541-21DF-FFAEC7A1F4E4}"/>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Het Gas-object </a:t>
            </a:r>
            <a:r>
              <a:rPr lang="nl-NL" dirty="0" err="1"/>
              <a:t>GappendageOverig</a:t>
            </a:r>
            <a:r>
              <a:rPr lang="nl-NL" dirty="0"/>
              <a:t> wordt gebruikt voor modellering van de volgende objecten:</a:t>
            </a:r>
          </a:p>
          <a:p>
            <a:pPr marL="466702" lvl="2" indent="-285750"/>
            <a:r>
              <a:rPr lang="nl-NL" dirty="0" err="1"/>
              <a:t>Electrolasmof</a:t>
            </a:r>
            <a:endParaRPr lang="nl-NL" dirty="0"/>
          </a:p>
          <a:p>
            <a:pPr marL="466702" lvl="2" indent="-285750"/>
            <a:r>
              <a:rPr lang="nl-NL" dirty="0"/>
              <a:t>Flensverbinding</a:t>
            </a:r>
          </a:p>
          <a:p>
            <a:pPr marL="466702" lvl="2" indent="-285750"/>
            <a:r>
              <a:rPr lang="nl-NL" dirty="0"/>
              <a:t>Reparatiestuk</a:t>
            </a:r>
          </a:p>
          <a:p>
            <a:pPr marL="466702" lvl="2" indent="-285750"/>
            <a:r>
              <a:rPr lang="nl-NL" dirty="0"/>
              <a:t>Stoppel</a:t>
            </a:r>
          </a:p>
          <a:p>
            <a:pPr marL="466702" lvl="2" indent="-285750"/>
            <a:r>
              <a:rPr lang="nl-NL" dirty="0"/>
              <a:t>Expansiestuk</a:t>
            </a:r>
          </a:p>
          <a:p>
            <a:pPr marL="466702" lvl="2" indent="-285750"/>
            <a:r>
              <a:rPr lang="nl-NL" dirty="0"/>
              <a:t>Inject2seal (alternatief voor </a:t>
            </a:r>
            <a:r>
              <a:rPr lang="nl-NL" dirty="0" err="1"/>
              <a:t>Enkapress</a:t>
            </a:r>
            <a:r>
              <a:rPr lang="nl-NL" dirty="0"/>
              <a:t>, soort reparatiestuk)</a:t>
            </a:r>
          </a:p>
          <a:p>
            <a:pPr marL="285750" lvl="1" indent="-285750">
              <a:buFont typeface="Arial" panose="020B0604020202020204" pitchFamily="34" charset="0"/>
              <a:buChar char="•"/>
            </a:pPr>
            <a:r>
              <a:rPr lang="nl-NL" sz="1800" b="1" dirty="0">
                <a:solidFill>
                  <a:schemeClr val="tx2"/>
                </a:solidFill>
              </a:rPr>
              <a:t>Deze oplossing biedt tevens de mogelijkheid om meer bijzondere types appendages te registreren, door eenvoudig de keuzelijst voor </a:t>
            </a:r>
            <a:r>
              <a:rPr lang="nl-NL" sz="1800" b="1" dirty="0" err="1">
                <a:solidFill>
                  <a:schemeClr val="tx2"/>
                </a:solidFill>
              </a:rPr>
              <a:t>GappendageOverig.soort</a:t>
            </a:r>
            <a:r>
              <a:rPr lang="nl-NL" sz="1800" b="1" dirty="0">
                <a:solidFill>
                  <a:schemeClr val="tx2"/>
                </a:solidFill>
              </a:rPr>
              <a:t> uit te breiden </a:t>
            </a:r>
          </a:p>
          <a:p>
            <a:pPr marL="285750" lvl="1" indent="-285750"/>
            <a:endParaRPr lang="nl-NL" dirty="0"/>
          </a:p>
        </p:txBody>
      </p:sp>
      <p:sp>
        <p:nvSpPr>
          <p:cNvPr id="3" name="Title 2">
            <a:extLst>
              <a:ext uri="{FF2B5EF4-FFF2-40B4-BE49-F238E27FC236}">
                <a16:creationId xmlns:a16="http://schemas.microsoft.com/office/drawing/2014/main" id="{A4FA5BEB-70B5-6954-B884-003D2743A6BC}"/>
              </a:ext>
            </a:extLst>
          </p:cNvPr>
          <p:cNvSpPr>
            <a:spLocks noGrp="1"/>
          </p:cNvSpPr>
          <p:nvPr>
            <p:ph type="title"/>
          </p:nvPr>
        </p:nvSpPr>
        <p:spPr/>
        <p:txBody>
          <a:bodyPr/>
          <a:lstStyle/>
          <a:p>
            <a:r>
              <a:rPr lang="nl-NL" dirty="0"/>
              <a:t>Gas appendages overig</a:t>
            </a:r>
          </a:p>
        </p:txBody>
      </p:sp>
      <p:sp>
        <p:nvSpPr>
          <p:cNvPr id="4" name="Text Placeholder 3">
            <a:extLst>
              <a:ext uri="{FF2B5EF4-FFF2-40B4-BE49-F238E27FC236}">
                <a16:creationId xmlns:a16="http://schemas.microsoft.com/office/drawing/2014/main" id="{C29439E8-B07C-D789-8AB0-5069ABF44746}"/>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DFACCDE5-A027-BF17-3794-C5521FD837B9}"/>
              </a:ext>
            </a:extLst>
          </p:cNvPr>
          <p:cNvSpPr>
            <a:spLocks noGrp="1"/>
          </p:cNvSpPr>
          <p:nvPr>
            <p:ph type="sldNum" sz="quarter" idx="12"/>
          </p:nvPr>
        </p:nvSpPr>
        <p:spPr/>
        <p:txBody>
          <a:bodyPr/>
          <a:lstStyle/>
          <a:p>
            <a:fld id="{55B2A88A-B7BD-41B1-9FCB-9BE633251ACA}" type="slidenum">
              <a:rPr lang="nl-NL" noProof="0" smtClean="0"/>
              <a:t>27</a:t>
            </a:fld>
            <a:endParaRPr lang="nl-NL" noProof="0"/>
          </a:p>
        </p:txBody>
      </p:sp>
    </p:spTree>
    <p:extLst>
      <p:ext uri="{BB962C8B-B14F-4D97-AF65-F5344CB8AC3E}">
        <p14:creationId xmlns:p14="http://schemas.microsoft.com/office/powerpoint/2010/main" val="3248415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D9AE019D-2B41-49DD-3DFF-2C1F9C760FA5}"/>
              </a:ext>
            </a:extLst>
          </p:cNvPr>
          <p:cNvSpPr>
            <a:spLocks noGrp="1"/>
          </p:cNvSpPr>
          <p:nvPr>
            <p:ph type="body" orient="vert" idx="1"/>
          </p:nvPr>
        </p:nvSpPr>
        <p:spPr>
          <a:xfrm>
            <a:off x="496713" y="1467110"/>
            <a:ext cx="11395624" cy="4314379"/>
          </a:xfrm>
        </p:spPr>
        <p:txBody>
          <a:bodyPr/>
          <a:lstStyle/>
          <a:p>
            <a:pPr marL="285750" indent="-285750">
              <a:buFont typeface="Arial" panose="020B0604020202020204" pitchFamily="34" charset="0"/>
              <a:buChar char="•"/>
            </a:pPr>
            <a:r>
              <a:rPr lang="nl-NL" dirty="0"/>
              <a:t>Telecom objecten zijn beperkt tot de objecten die bij aanleg van MS en </a:t>
            </a:r>
            <a:r>
              <a:rPr lang="nl-NL" dirty="0" err="1"/>
              <a:t>evt</a:t>
            </a:r>
            <a:r>
              <a:rPr lang="nl-NL" dirty="0"/>
              <a:t> Gas worden mee gelegd. Dit zijn meestal HDPE buizen. Daarnaast zijn kopernet-objecten met beperkte attributen meegenomen, omdat deze geregeld in projecten worden uitgenomen. </a:t>
            </a:r>
          </a:p>
          <a:p>
            <a:pPr marL="285750" indent="-285750">
              <a:buFont typeface="Arial" panose="020B0604020202020204" pitchFamily="34" charset="0"/>
              <a:buChar char="•"/>
            </a:pPr>
            <a:r>
              <a:rPr lang="nl-NL" dirty="0" err="1"/>
              <a:t>Tkabel</a:t>
            </a:r>
            <a:endParaRPr lang="nl-NL" dirty="0"/>
          </a:p>
          <a:p>
            <a:pPr marL="285750" indent="-285750">
              <a:buFont typeface="Arial" panose="020B0604020202020204" pitchFamily="34" charset="0"/>
              <a:buChar char="•"/>
            </a:pPr>
            <a:r>
              <a:rPr lang="nl-NL" dirty="0" err="1"/>
              <a:t>Tmof</a:t>
            </a:r>
            <a:endParaRPr lang="nl-NL" dirty="0"/>
          </a:p>
          <a:p>
            <a:pPr marL="285750" indent="-285750">
              <a:buFont typeface="Arial" panose="020B0604020202020204" pitchFamily="34" charset="0"/>
              <a:buChar char="•"/>
            </a:pPr>
            <a:r>
              <a:rPr lang="nl-NL" dirty="0" err="1"/>
              <a:t>TAansluiting</a:t>
            </a:r>
            <a:endParaRPr lang="nl-NL" dirty="0"/>
          </a:p>
          <a:p>
            <a:pPr marL="285750" indent="-285750">
              <a:buFont typeface="Arial" panose="020B0604020202020204" pitchFamily="34" charset="0"/>
              <a:buChar char="•"/>
            </a:pPr>
            <a:r>
              <a:rPr lang="nl-NL" dirty="0" err="1"/>
              <a:t>Tstation</a:t>
            </a:r>
            <a:endParaRPr lang="nl-NL" dirty="0"/>
          </a:p>
          <a:p>
            <a:pPr marL="285750" indent="-285750">
              <a:buFont typeface="Arial" panose="020B0604020202020204" pitchFamily="34" charset="0"/>
              <a:buChar char="•"/>
            </a:pPr>
            <a:r>
              <a:rPr lang="nl-NL" dirty="0" err="1"/>
              <a:t>Tbuis</a:t>
            </a:r>
            <a:endParaRPr lang="nl-NL" dirty="0"/>
          </a:p>
          <a:p>
            <a:pPr marL="285750" indent="-285750">
              <a:buFont typeface="Arial" panose="020B0604020202020204" pitchFamily="34" charset="0"/>
              <a:buChar char="•"/>
            </a:pPr>
            <a:r>
              <a:rPr lang="nl-NL" dirty="0" err="1"/>
              <a:t>TbuisAppendage</a:t>
            </a:r>
            <a:endParaRPr lang="nl-NL" dirty="0"/>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3B5D70CD-83E5-A2B6-5177-D25672029FBF}"/>
              </a:ext>
            </a:extLst>
          </p:cNvPr>
          <p:cNvSpPr>
            <a:spLocks noGrp="1"/>
          </p:cNvSpPr>
          <p:nvPr>
            <p:ph type="title"/>
          </p:nvPr>
        </p:nvSpPr>
        <p:spPr/>
        <p:txBody>
          <a:bodyPr/>
          <a:lstStyle/>
          <a:p>
            <a:r>
              <a:rPr lang="nl-NL" dirty="0"/>
              <a:t>Telecom</a:t>
            </a:r>
          </a:p>
        </p:txBody>
      </p:sp>
      <p:sp>
        <p:nvSpPr>
          <p:cNvPr id="4" name="Text Placeholder 3">
            <a:extLst>
              <a:ext uri="{FF2B5EF4-FFF2-40B4-BE49-F238E27FC236}">
                <a16:creationId xmlns:a16="http://schemas.microsoft.com/office/drawing/2014/main" id="{32438A86-6C60-CACE-3502-5CE5B2EF02C4}"/>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A68CE037-2C41-E15A-E955-283C16176D76}"/>
              </a:ext>
            </a:extLst>
          </p:cNvPr>
          <p:cNvSpPr>
            <a:spLocks noGrp="1"/>
          </p:cNvSpPr>
          <p:nvPr>
            <p:ph type="sldNum" sz="quarter" idx="12"/>
          </p:nvPr>
        </p:nvSpPr>
        <p:spPr/>
        <p:txBody>
          <a:bodyPr/>
          <a:lstStyle/>
          <a:p>
            <a:fld id="{55B2A88A-B7BD-41B1-9FCB-9BE633251ACA}" type="slidenum">
              <a:rPr lang="nl-NL" noProof="0" smtClean="0"/>
              <a:t>28</a:t>
            </a:fld>
            <a:endParaRPr lang="nl-NL" noProof="0"/>
          </a:p>
        </p:txBody>
      </p:sp>
    </p:spTree>
    <p:extLst>
      <p:ext uri="{BB962C8B-B14F-4D97-AF65-F5344CB8AC3E}">
        <p14:creationId xmlns:p14="http://schemas.microsoft.com/office/powerpoint/2010/main" val="2127923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D978B3F8-3685-1886-9C7E-573069BD21B4}"/>
              </a:ext>
            </a:extLst>
          </p:cNvPr>
          <p:cNvSpPr>
            <a:spLocks noGrp="1"/>
          </p:cNvSpPr>
          <p:nvPr>
            <p:ph type="body" orient="vert" idx="1"/>
          </p:nvPr>
        </p:nvSpPr>
        <p:spPr>
          <a:xfrm>
            <a:off x="496714" y="1467110"/>
            <a:ext cx="8625618" cy="4953908"/>
          </a:xfrm>
        </p:spPr>
        <p:txBody>
          <a:bodyPr/>
          <a:lstStyle/>
          <a:p>
            <a:r>
              <a:rPr lang="nl-NL" dirty="0"/>
              <a:t>Eisen aan de oplossing:</a:t>
            </a:r>
          </a:p>
          <a:p>
            <a:pPr marL="285750" indent="-285750">
              <a:buFont typeface="Arial" panose="020B0604020202020204" pitchFamily="34" charset="0"/>
              <a:buChar char="•"/>
            </a:pPr>
            <a:r>
              <a:rPr lang="nl-NL" dirty="0"/>
              <a:t>In het kaartbeeld is visueel zichtbaar welke kabel/leiding in welke mantelbuis ligt (kabel/leiding en mantelbuis zijn twee aparte objecten)</a:t>
            </a:r>
          </a:p>
          <a:p>
            <a:pPr marL="285750" indent="-285750">
              <a:buFont typeface="Arial" panose="020B0604020202020204" pitchFamily="34" charset="0"/>
              <a:buChar char="•"/>
            </a:pPr>
            <a:r>
              <a:rPr lang="nl-NL" dirty="0"/>
              <a:t>In de Attribuutinformatie is vastgelegd welke kabel/leiding in welke mantelbuis zit.</a:t>
            </a:r>
          </a:p>
          <a:p>
            <a:r>
              <a:rPr lang="nl-NL" dirty="0"/>
              <a:t>Eis aan de software:</a:t>
            </a:r>
          </a:p>
          <a:p>
            <a:pPr marL="285750" indent="-285750">
              <a:buFont typeface="Arial" panose="020B0604020202020204" pitchFamily="34" charset="0"/>
              <a:buChar char="•"/>
            </a:pPr>
            <a:r>
              <a:rPr lang="nl-NL" dirty="0"/>
              <a:t>Functionaliteit voor genereren van het gestapelde bijschrift -&gt; handmatig verplaatsen van kabel/leiding in/uit mantelbuis</a:t>
            </a:r>
          </a:p>
          <a:p>
            <a:pPr marL="285750" indent="-285750">
              <a:buFont typeface="Arial" panose="020B0604020202020204" pitchFamily="34" charset="0"/>
              <a:buChar char="•"/>
            </a:pPr>
            <a:r>
              <a:rPr lang="nl-NL" dirty="0"/>
              <a:t>Idee: vanuit mantelbuis selecteren van kabels/leidingen die erin liggen: type object, handle: </a:t>
            </a:r>
            <a:r>
              <a:rPr lang="nl-NL" dirty="0" err="1"/>
              <a:t>ls_kabel</a:t>
            </a:r>
            <a:r>
              <a:rPr lang="nl-NL" dirty="0"/>
              <a:t>, 3FEC</a:t>
            </a:r>
          </a:p>
          <a:p>
            <a:pPr marL="285750" indent="-285750">
              <a:buFont typeface="Arial" panose="020B0604020202020204" pitchFamily="34" charset="0"/>
              <a:buChar char="•"/>
            </a:pPr>
            <a:r>
              <a:rPr lang="nl-NL" dirty="0"/>
              <a:t>Deze informatie is optioneel, niet verplicht (niet elke beheerder heeft dit beschikbaar, reserve mantelbuizen)</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87FBA96C-7475-9683-D700-D246F9911E56}"/>
              </a:ext>
            </a:extLst>
          </p:cNvPr>
          <p:cNvSpPr>
            <a:spLocks noGrp="1"/>
          </p:cNvSpPr>
          <p:nvPr>
            <p:ph type="title"/>
          </p:nvPr>
        </p:nvSpPr>
        <p:spPr/>
        <p:txBody>
          <a:bodyPr/>
          <a:lstStyle/>
          <a:p>
            <a:r>
              <a:rPr lang="nl-NL" dirty="0"/>
              <a:t>Kabel/leiding in mantelbuis</a:t>
            </a:r>
          </a:p>
        </p:txBody>
      </p:sp>
      <p:sp>
        <p:nvSpPr>
          <p:cNvPr id="4" name="Text Placeholder 3">
            <a:extLst>
              <a:ext uri="{FF2B5EF4-FFF2-40B4-BE49-F238E27FC236}">
                <a16:creationId xmlns:a16="http://schemas.microsoft.com/office/drawing/2014/main" id="{322BE11C-AB3D-9788-99BA-F2D35824CE11}"/>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516BBA3-5B61-53E0-1355-0256143BB98B}"/>
              </a:ext>
            </a:extLst>
          </p:cNvPr>
          <p:cNvSpPr>
            <a:spLocks noGrp="1"/>
          </p:cNvSpPr>
          <p:nvPr>
            <p:ph type="sldNum" sz="quarter" idx="12"/>
          </p:nvPr>
        </p:nvSpPr>
        <p:spPr/>
        <p:txBody>
          <a:bodyPr/>
          <a:lstStyle/>
          <a:p>
            <a:fld id="{55B2A88A-B7BD-41B1-9FCB-9BE633251ACA}" type="slidenum">
              <a:rPr lang="nl-NL" noProof="0" smtClean="0"/>
              <a:t>29</a:t>
            </a:fld>
            <a:endParaRPr lang="nl-NL" noProof="0"/>
          </a:p>
        </p:txBody>
      </p:sp>
      <p:sp>
        <p:nvSpPr>
          <p:cNvPr id="14" name="Line 37">
            <a:extLst>
              <a:ext uri="{FF2B5EF4-FFF2-40B4-BE49-F238E27FC236}">
                <a16:creationId xmlns:a16="http://schemas.microsoft.com/office/drawing/2014/main" id="{C6B6A62A-24C8-2A22-4630-AEC2CCFA23A5}"/>
              </a:ext>
            </a:extLst>
          </p:cNvPr>
          <p:cNvSpPr>
            <a:spLocks noChangeShapeType="1"/>
          </p:cNvSpPr>
          <p:nvPr/>
        </p:nvSpPr>
        <p:spPr bwMode="auto">
          <a:xfrm>
            <a:off x="9425327" y="1721652"/>
            <a:ext cx="0" cy="2736850"/>
          </a:xfrm>
          <a:prstGeom prst="line">
            <a:avLst/>
          </a:prstGeom>
          <a:noFill/>
          <a:ln w="19050">
            <a:solidFill>
              <a:srgbClr val="009900"/>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15" name="Line 38">
            <a:extLst>
              <a:ext uri="{FF2B5EF4-FFF2-40B4-BE49-F238E27FC236}">
                <a16:creationId xmlns:a16="http://schemas.microsoft.com/office/drawing/2014/main" id="{C0D9AFA9-DDA2-E287-88F8-1D0CD5C0CED2}"/>
              </a:ext>
            </a:extLst>
          </p:cNvPr>
          <p:cNvSpPr>
            <a:spLocks noChangeShapeType="1"/>
          </p:cNvSpPr>
          <p:nvPr/>
        </p:nvSpPr>
        <p:spPr bwMode="auto">
          <a:xfrm>
            <a:off x="9498352" y="2729715"/>
            <a:ext cx="8001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16" name="Rectangle 42">
            <a:extLst>
              <a:ext uri="{FF2B5EF4-FFF2-40B4-BE49-F238E27FC236}">
                <a16:creationId xmlns:a16="http://schemas.microsoft.com/office/drawing/2014/main" id="{95DC3212-477D-8907-C442-F0BAE83C8253}"/>
              </a:ext>
            </a:extLst>
          </p:cNvPr>
          <p:cNvSpPr>
            <a:spLocks noChangeArrowheads="1"/>
          </p:cNvSpPr>
          <p:nvPr/>
        </p:nvSpPr>
        <p:spPr bwMode="auto">
          <a:xfrm>
            <a:off x="9353889" y="2153452"/>
            <a:ext cx="144463" cy="1008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nl-NL" altLang="nl-NL" sz="800">
              <a:cs typeface="Arial" panose="020B0604020202020204" pitchFamily="34" charset="0"/>
            </a:endParaRPr>
          </a:p>
        </p:txBody>
      </p:sp>
      <p:sp>
        <p:nvSpPr>
          <p:cNvPr id="17" name="Text Box 44">
            <a:extLst>
              <a:ext uri="{FF2B5EF4-FFF2-40B4-BE49-F238E27FC236}">
                <a16:creationId xmlns:a16="http://schemas.microsoft.com/office/drawing/2014/main" id="{788AEBC9-17A5-2CF7-0640-D1CBB01FB6DA}"/>
              </a:ext>
            </a:extLst>
          </p:cNvPr>
          <p:cNvSpPr txBox="1">
            <a:spLocks noChangeArrowheads="1"/>
          </p:cNvSpPr>
          <p:nvPr/>
        </p:nvSpPr>
        <p:spPr bwMode="auto">
          <a:xfrm>
            <a:off x="10217489" y="3780640"/>
            <a:ext cx="8274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nl-NL" altLang="nl-NL" sz="800" dirty="0">
                <a:cs typeface="Arial" panose="020B0604020202020204" pitchFamily="34" charset="0"/>
              </a:rPr>
              <a:t>4x95Al 4x6Cu</a:t>
            </a:r>
          </a:p>
          <a:p>
            <a:pPr eaLnBrk="1" hangingPunct="1"/>
            <a:r>
              <a:rPr lang="nl-NL" altLang="nl-NL" sz="800" dirty="0">
                <a:cs typeface="Arial" panose="020B0604020202020204" pitchFamily="34" charset="0"/>
              </a:rPr>
              <a:t>4x150Al</a:t>
            </a:r>
          </a:p>
          <a:p>
            <a:pPr eaLnBrk="1" hangingPunct="1"/>
            <a:r>
              <a:rPr lang="nl-NL" altLang="nl-NL" sz="800" dirty="0">
                <a:cs typeface="Arial" panose="020B0604020202020204" pitchFamily="34" charset="0"/>
              </a:rPr>
              <a:t>3x25Cu</a:t>
            </a:r>
            <a:endParaRPr lang="en-US" altLang="nl-NL" sz="800" dirty="0">
              <a:cs typeface="Arial" panose="020B0604020202020204" pitchFamily="34" charset="0"/>
            </a:endParaRPr>
          </a:p>
        </p:txBody>
      </p:sp>
      <p:sp>
        <p:nvSpPr>
          <p:cNvPr id="18" name="Text Box 45">
            <a:extLst>
              <a:ext uri="{FF2B5EF4-FFF2-40B4-BE49-F238E27FC236}">
                <a16:creationId xmlns:a16="http://schemas.microsoft.com/office/drawing/2014/main" id="{E697488B-A73C-85E7-CC15-E86FA49B8D58}"/>
              </a:ext>
            </a:extLst>
          </p:cNvPr>
          <p:cNvSpPr txBox="1">
            <a:spLocks noChangeArrowheads="1"/>
          </p:cNvSpPr>
          <p:nvPr/>
        </p:nvSpPr>
        <p:spPr bwMode="auto">
          <a:xfrm>
            <a:off x="10234675" y="2639368"/>
            <a:ext cx="179387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l-PL" altLang="nl-NL" sz="800" dirty="0">
                <a:cs typeface="Arial" panose="020B0604020202020204" pitchFamily="34" charset="0"/>
              </a:rPr>
              <a:t>pvc 110</a:t>
            </a:r>
            <a:endParaRPr lang="en-US" altLang="nl-NL" sz="800" dirty="0">
              <a:cs typeface="Arial" panose="020B0604020202020204" pitchFamily="34" charset="0"/>
            </a:endParaRPr>
          </a:p>
          <a:p>
            <a:pPr marL="179388" lvl="1" indent="0" eaLnBrk="1" hangingPunct="1"/>
            <a:r>
              <a:rPr lang="nl-NL" altLang="nl-NL" sz="800" dirty="0">
                <a:cs typeface="Arial" panose="020B0604020202020204" pitchFamily="34" charset="0"/>
              </a:rPr>
              <a:t>4x95Al 4x6Cu</a:t>
            </a:r>
          </a:p>
          <a:p>
            <a:pPr marL="179388" lvl="1" indent="0" eaLnBrk="1" hangingPunct="1"/>
            <a:r>
              <a:rPr lang="nl-NL" altLang="nl-NL" sz="800" dirty="0">
                <a:cs typeface="Arial" panose="020B0604020202020204" pitchFamily="34" charset="0"/>
              </a:rPr>
              <a:t>4x150Al</a:t>
            </a:r>
          </a:p>
          <a:p>
            <a:pPr eaLnBrk="1" hangingPunct="1"/>
            <a:r>
              <a:rPr lang="en-US" altLang="nl-NL" sz="800" dirty="0">
                <a:cs typeface="Arial" panose="020B0604020202020204" pitchFamily="34" charset="0"/>
              </a:rPr>
              <a:t>3x25Cu</a:t>
            </a:r>
          </a:p>
          <a:p>
            <a:pPr eaLnBrk="1" hangingPunct="1"/>
            <a:endParaRPr lang="en-US" altLang="nl-NL" sz="800" dirty="0">
              <a:cs typeface="Arial" panose="020B0604020202020204" pitchFamily="34" charset="0"/>
            </a:endParaRPr>
          </a:p>
        </p:txBody>
      </p:sp>
      <p:sp>
        <p:nvSpPr>
          <p:cNvPr id="19" name="Line 55">
            <a:extLst>
              <a:ext uri="{FF2B5EF4-FFF2-40B4-BE49-F238E27FC236}">
                <a16:creationId xmlns:a16="http://schemas.microsoft.com/office/drawing/2014/main" id="{4A75C2CB-6A9B-1738-0B91-D44D90474CE7}"/>
              </a:ext>
            </a:extLst>
          </p:cNvPr>
          <p:cNvSpPr>
            <a:spLocks noChangeShapeType="1"/>
          </p:cNvSpPr>
          <p:nvPr/>
        </p:nvSpPr>
        <p:spPr bwMode="auto">
          <a:xfrm>
            <a:off x="9425327" y="3809215"/>
            <a:ext cx="8651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20" name="Line 55">
            <a:extLst>
              <a:ext uri="{FF2B5EF4-FFF2-40B4-BE49-F238E27FC236}">
                <a16:creationId xmlns:a16="http://schemas.microsoft.com/office/drawing/2014/main" id="{0E60B876-C853-0936-643A-D2DBC1650D42}"/>
              </a:ext>
            </a:extLst>
          </p:cNvPr>
          <p:cNvSpPr>
            <a:spLocks noChangeShapeType="1"/>
          </p:cNvSpPr>
          <p:nvPr/>
        </p:nvSpPr>
        <p:spPr bwMode="auto">
          <a:xfrm flipV="1">
            <a:off x="10288927" y="3809215"/>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cxnSp>
        <p:nvCxnSpPr>
          <p:cNvPr id="21" name="Connector: Elbow 20">
            <a:extLst>
              <a:ext uri="{FF2B5EF4-FFF2-40B4-BE49-F238E27FC236}">
                <a16:creationId xmlns:a16="http://schemas.microsoft.com/office/drawing/2014/main" id="{42340280-B3AE-88C7-3F30-6DB3264CBADB}"/>
              </a:ext>
            </a:extLst>
          </p:cNvPr>
          <p:cNvCxnSpPr>
            <a:cxnSpLocks/>
          </p:cNvCxnSpPr>
          <p:nvPr/>
        </p:nvCxnSpPr>
        <p:spPr>
          <a:xfrm rot="16200000" flipH="1">
            <a:off x="10433736" y="2801648"/>
            <a:ext cx="72008" cy="72008"/>
          </a:xfrm>
          <a:prstGeom prst="bentConnector3">
            <a:avLst>
              <a:gd name="adj1" fmla="val 95352"/>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DB467920-0D21-89E1-9E0E-1B9FAA0819B3}"/>
              </a:ext>
            </a:extLst>
          </p:cNvPr>
          <p:cNvCxnSpPr>
            <a:cxnSpLocks/>
          </p:cNvCxnSpPr>
          <p:nvPr/>
        </p:nvCxnSpPr>
        <p:spPr>
          <a:xfrm rot="16200000" flipH="1">
            <a:off x="10410223" y="2897789"/>
            <a:ext cx="119035" cy="72008"/>
          </a:xfrm>
          <a:prstGeom prst="bentConnector3">
            <a:avLst>
              <a:gd name="adj1" fmla="val 9725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2279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1173ACB0-E0DB-5288-7B08-425F55B5C098}"/>
              </a:ext>
            </a:extLst>
          </p:cNvPr>
          <p:cNvSpPr>
            <a:spLocks noGrp="1"/>
          </p:cNvSpPr>
          <p:nvPr>
            <p:ph type="body" orient="vert" idx="1"/>
          </p:nvPr>
        </p:nvSpPr>
        <p:spPr>
          <a:xfrm>
            <a:off x="496714" y="1467110"/>
            <a:ext cx="7173846" cy="4314379"/>
          </a:xfrm>
        </p:spPr>
        <p:txBody>
          <a:bodyPr/>
          <a:lstStyle/>
          <a:p>
            <a:r>
              <a:rPr lang="nl-NL" dirty="0"/>
              <a:t>NLCS heeft nu wenstracé: NLCS 5.0 formele beschrijving paragraaf 4.6.6 lid e</a:t>
            </a:r>
          </a:p>
          <a:p>
            <a:pPr marL="285750" indent="-285750">
              <a:buFont typeface="Arial" panose="020B0604020202020204" pitchFamily="34" charset="0"/>
              <a:buChar char="•"/>
            </a:pPr>
            <a:r>
              <a:rPr lang="nl-NL" dirty="0"/>
              <a:t>Dit object zou uitgebreid kunnen worden met de mogelijkheid om middels inspringen zichtbaar te maken dat een kabel of leiding zich in de mantelbuis bevindt </a:t>
            </a:r>
          </a:p>
        </p:txBody>
      </p:sp>
      <p:sp>
        <p:nvSpPr>
          <p:cNvPr id="3" name="Title 2">
            <a:extLst>
              <a:ext uri="{FF2B5EF4-FFF2-40B4-BE49-F238E27FC236}">
                <a16:creationId xmlns:a16="http://schemas.microsoft.com/office/drawing/2014/main" id="{56448685-D2BF-6CA2-5517-E3AA52AAD25C}"/>
              </a:ext>
            </a:extLst>
          </p:cNvPr>
          <p:cNvSpPr>
            <a:spLocks noGrp="1"/>
          </p:cNvSpPr>
          <p:nvPr>
            <p:ph type="title"/>
          </p:nvPr>
        </p:nvSpPr>
        <p:spPr/>
        <p:txBody>
          <a:bodyPr/>
          <a:lstStyle/>
          <a:p>
            <a:r>
              <a:rPr lang="nl-NL" dirty="0"/>
              <a:t>Kabel/leiding in mantelbuis</a:t>
            </a:r>
          </a:p>
        </p:txBody>
      </p:sp>
      <p:sp>
        <p:nvSpPr>
          <p:cNvPr id="4" name="Text Placeholder 3">
            <a:extLst>
              <a:ext uri="{FF2B5EF4-FFF2-40B4-BE49-F238E27FC236}">
                <a16:creationId xmlns:a16="http://schemas.microsoft.com/office/drawing/2014/main" id="{73FDFD07-92E9-0DB1-370B-009E9195B966}"/>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1A391C58-4AD4-3BF4-7241-57CD8D2C06C0}"/>
              </a:ext>
            </a:extLst>
          </p:cNvPr>
          <p:cNvSpPr>
            <a:spLocks noGrp="1"/>
          </p:cNvSpPr>
          <p:nvPr>
            <p:ph type="sldNum" sz="quarter" idx="12"/>
          </p:nvPr>
        </p:nvSpPr>
        <p:spPr/>
        <p:txBody>
          <a:bodyPr/>
          <a:lstStyle/>
          <a:p>
            <a:fld id="{55B2A88A-B7BD-41B1-9FCB-9BE633251ACA}" type="slidenum">
              <a:rPr lang="nl-NL" noProof="0" smtClean="0"/>
              <a:t>30</a:t>
            </a:fld>
            <a:endParaRPr lang="nl-NL" noProof="0"/>
          </a:p>
        </p:txBody>
      </p:sp>
      <p:pic>
        <p:nvPicPr>
          <p:cNvPr id="9" name="Picture 8">
            <a:extLst>
              <a:ext uri="{FF2B5EF4-FFF2-40B4-BE49-F238E27FC236}">
                <a16:creationId xmlns:a16="http://schemas.microsoft.com/office/drawing/2014/main" id="{CECC70A9-7B20-35E7-7175-18ACBEDF9637}"/>
              </a:ext>
            </a:extLst>
          </p:cNvPr>
          <p:cNvPicPr>
            <a:picLocks noChangeAspect="1"/>
          </p:cNvPicPr>
          <p:nvPr/>
        </p:nvPicPr>
        <p:blipFill>
          <a:blip r:embed="rId2"/>
          <a:stretch>
            <a:fillRect/>
          </a:stretch>
        </p:blipFill>
        <p:spPr>
          <a:xfrm>
            <a:off x="4993900" y="3094226"/>
            <a:ext cx="7198099" cy="3797507"/>
          </a:xfrm>
          <a:prstGeom prst="rect">
            <a:avLst/>
          </a:prstGeom>
        </p:spPr>
      </p:pic>
      <p:pic>
        <p:nvPicPr>
          <p:cNvPr id="11" name="Picture 10">
            <a:extLst>
              <a:ext uri="{FF2B5EF4-FFF2-40B4-BE49-F238E27FC236}">
                <a16:creationId xmlns:a16="http://schemas.microsoft.com/office/drawing/2014/main" id="{B769D360-2740-FB86-A114-C213718E61F4}"/>
              </a:ext>
            </a:extLst>
          </p:cNvPr>
          <p:cNvPicPr>
            <a:picLocks noChangeAspect="1"/>
          </p:cNvPicPr>
          <p:nvPr/>
        </p:nvPicPr>
        <p:blipFill>
          <a:blip r:embed="rId3"/>
          <a:stretch>
            <a:fillRect/>
          </a:stretch>
        </p:blipFill>
        <p:spPr>
          <a:xfrm>
            <a:off x="46691" y="3813612"/>
            <a:ext cx="5934607" cy="2761190"/>
          </a:xfrm>
          <a:prstGeom prst="rect">
            <a:avLst/>
          </a:prstGeom>
        </p:spPr>
      </p:pic>
    </p:spTree>
    <p:extLst>
      <p:ext uri="{BB962C8B-B14F-4D97-AF65-F5344CB8AC3E}">
        <p14:creationId xmlns:p14="http://schemas.microsoft.com/office/powerpoint/2010/main" val="1798242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791B5C4-48AF-9AA7-CA56-C94ABA71C012}"/>
              </a:ext>
            </a:extLst>
          </p:cNvPr>
          <p:cNvSpPr/>
          <p:nvPr/>
        </p:nvSpPr>
        <p:spPr>
          <a:xfrm>
            <a:off x="391042" y="4971747"/>
            <a:ext cx="1989306" cy="23023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3" name="Title 2">
            <a:extLst>
              <a:ext uri="{FF2B5EF4-FFF2-40B4-BE49-F238E27FC236}">
                <a16:creationId xmlns:a16="http://schemas.microsoft.com/office/drawing/2014/main" id="{842E463B-845B-AA62-E955-98F0D937B991}"/>
              </a:ext>
            </a:extLst>
          </p:cNvPr>
          <p:cNvSpPr>
            <a:spLocks noGrp="1"/>
          </p:cNvSpPr>
          <p:nvPr>
            <p:ph type="title"/>
          </p:nvPr>
        </p:nvSpPr>
        <p:spPr/>
        <p:txBody>
          <a:bodyPr/>
          <a:lstStyle/>
          <a:p>
            <a:r>
              <a:rPr lang="nl-NL" dirty="0"/>
              <a:t>Kabel/leiding in mantelbuis: grafisch en alfanumeriek</a:t>
            </a:r>
          </a:p>
        </p:txBody>
      </p:sp>
      <p:sp>
        <p:nvSpPr>
          <p:cNvPr id="4" name="Text Placeholder 3">
            <a:extLst>
              <a:ext uri="{FF2B5EF4-FFF2-40B4-BE49-F238E27FC236}">
                <a16:creationId xmlns:a16="http://schemas.microsoft.com/office/drawing/2014/main" id="{8519B694-49B4-3153-B3FB-37109A71DCA3}"/>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F1C5F1A7-88F8-6732-DF13-842AA23CB0C5}"/>
              </a:ext>
            </a:extLst>
          </p:cNvPr>
          <p:cNvSpPr>
            <a:spLocks noGrp="1"/>
          </p:cNvSpPr>
          <p:nvPr>
            <p:ph type="sldNum" sz="quarter" idx="12"/>
          </p:nvPr>
        </p:nvSpPr>
        <p:spPr/>
        <p:txBody>
          <a:bodyPr/>
          <a:lstStyle/>
          <a:p>
            <a:fld id="{55B2A88A-B7BD-41B1-9FCB-9BE633251ACA}" type="slidenum">
              <a:rPr lang="nl-NL" noProof="0" smtClean="0"/>
              <a:t>31</a:t>
            </a:fld>
            <a:endParaRPr lang="nl-NL" noProof="0"/>
          </a:p>
        </p:txBody>
      </p:sp>
      <p:cxnSp>
        <p:nvCxnSpPr>
          <p:cNvPr id="7" name="Connector: Elbow 6">
            <a:extLst>
              <a:ext uri="{FF2B5EF4-FFF2-40B4-BE49-F238E27FC236}">
                <a16:creationId xmlns:a16="http://schemas.microsoft.com/office/drawing/2014/main" id="{A97F7DD7-6798-436D-56ED-811A3FB91ADE}"/>
              </a:ext>
            </a:extLst>
          </p:cNvPr>
          <p:cNvCxnSpPr/>
          <p:nvPr/>
        </p:nvCxnSpPr>
        <p:spPr>
          <a:xfrm rot="5400000" flipH="1" flipV="1">
            <a:off x="559942" y="3113071"/>
            <a:ext cx="2445249" cy="1510301"/>
          </a:xfrm>
          <a:prstGeom prst="bentConnector3">
            <a:avLst>
              <a:gd name="adj1" fmla="val 100210"/>
            </a:avLst>
          </a:prstGeom>
          <a:ln w="25400"/>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49052E4F-8362-E072-DE17-B6D93CC73ACA}"/>
              </a:ext>
            </a:extLst>
          </p:cNvPr>
          <p:cNvCxnSpPr>
            <a:cxnSpLocks/>
          </p:cNvCxnSpPr>
          <p:nvPr/>
        </p:nvCxnSpPr>
        <p:spPr>
          <a:xfrm rot="5400000" flipH="1" flipV="1">
            <a:off x="752581" y="3285162"/>
            <a:ext cx="2101066" cy="1510302"/>
          </a:xfrm>
          <a:prstGeom prst="bentConnector3">
            <a:avLst>
              <a:gd name="adj1" fmla="val 99389"/>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9C85F7C5-7A36-061A-68E7-78A4086BF5B6}"/>
              </a:ext>
            </a:extLst>
          </p:cNvPr>
          <p:cNvCxnSpPr>
            <a:cxnSpLocks/>
          </p:cNvCxnSpPr>
          <p:nvPr/>
        </p:nvCxnSpPr>
        <p:spPr>
          <a:xfrm rot="5400000" flipH="1" flipV="1">
            <a:off x="1000023" y="3497488"/>
            <a:ext cx="1647278" cy="1510302"/>
          </a:xfrm>
          <a:prstGeom prst="bentConnector3">
            <a:avLst>
              <a:gd name="adj1" fmla="val 100520"/>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12FBD5A-650D-73C6-D734-6C066D4C9436}"/>
              </a:ext>
            </a:extLst>
          </p:cNvPr>
          <p:cNvSpPr txBox="1"/>
          <p:nvPr/>
        </p:nvSpPr>
        <p:spPr>
          <a:xfrm>
            <a:off x="1089941" y="2343254"/>
            <a:ext cx="746166" cy="246221"/>
          </a:xfrm>
          <a:prstGeom prst="rect">
            <a:avLst/>
          </a:prstGeom>
          <a:noFill/>
        </p:spPr>
        <p:txBody>
          <a:bodyPr wrap="none" lIns="0" tIns="0" rIns="0" bIns="0" rtlCol="0" anchor="t">
            <a:spAutoFit/>
          </a:bodyPr>
          <a:lstStyle/>
          <a:p>
            <a:pPr algn="l"/>
            <a:r>
              <a:rPr lang="nl-NL" sz="1600" dirty="0">
                <a:solidFill>
                  <a:schemeClr val="bg2"/>
                </a:solidFill>
                <a:latin typeface="Arial" panose="020B0604020202020204" pitchFamily="34" charset="0"/>
                <a:cs typeface="Arial" panose="020B0604020202020204" pitchFamily="34" charset="0"/>
              </a:rPr>
              <a:t>PVC110</a:t>
            </a:r>
          </a:p>
        </p:txBody>
      </p:sp>
      <p:sp>
        <p:nvSpPr>
          <p:cNvPr id="18" name="TextBox 17">
            <a:extLst>
              <a:ext uri="{FF2B5EF4-FFF2-40B4-BE49-F238E27FC236}">
                <a16:creationId xmlns:a16="http://schemas.microsoft.com/office/drawing/2014/main" id="{B3C67EF4-1EB5-992D-81ED-ED0BEF19D42F}"/>
              </a:ext>
            </a:extLst>
          </p:cNvPr>
          <p:cNvSpPr txBox="1"/>
          <p:nvPr/>
        </p:nvSpPr>
        <p:spPr>
          <a:xfrm>
            <a:off x="1328790" y="2710994"/>
            <a:ext cx="705321" cy="246221"/>
          </a:xfrm>
          <a:prstGeom prst="rect">
            <a:avLst/>
          </a:prstGeom>
          <a:noFill/>
        </p:spPr>
        <p:txBody>
          <a:bodyPr wrap="none" lIns="0" tIns="0" rIns="0" bIns="0" rtlCol="0" anchor="t">
            <a:spAutoFit/>
          </a:bodyPr>
          <a:lstStyle/>
          <a:p>
            <a:pPr algn="l"/>
            <a:r>
              <a:rPr lang="nl-NL" sz="1600" dirty="0">
                <a:solidFill>
                  <a:srgbClr val="0070C0"/>
                </a:solidFill>
                <a:latin typeface="Arial" panose="020B0604020202020204" pitchFamily="34" charset="0"/>
                <a:cs typeface="Arial" panose="020B0604020202020204" pitchFamily="34" charset="0"/>
              </a:rPr>
              <a:t>4x10Cu</a:t>
            </a:r>
          </a:p>
        </p:txBody>
      </p:sp>
      <p:sp>
        <p:nvSpPr>
          <p:cNvPr id="19" name="TextBox 18">
            <a:extLst>
              <a:ext uri="{FF2B5EF4-FFF2-40B4-BE49-F238E27FC236}">
                <a16:creationId xmlns:a16="http://schemas.microsoft.com/office/drawing/2014/main" id="{20DF644D-A931-4CB0-661F-F89AAFE1293A}"/>
              </a:ext>
            </a:extLst>
          </p:cNvPr>
          <p:cNvSpPr txBox="1"/>
          <p:nvPr/>
        </p:nvSpPr>
        <p:spPr>
          <a:xfrm>
            <a:off x="1089941" y="3136815"/>
            <a:ext cx="591509" cy="246221"/>
          </a:xfrm>
          <a:prstGeom prst="rect">
            <a:avLst/>
          </a:prstGeom>
          <a:noFill/>
        </p:spPr>
        <p:txBody>
          <a:bodyPr wrap="none" lIns="0" tIns="0" rIns="0" bIns="0" rtlCol="0" anchor="t">
            <a:spAutoFit/>
          </a:bodyPr>
          <a:lstStyle/>
          <a:p>
            <a:pPr algn="l"/>
            <a:r>
              <a:rPr lang="nl-NL" sz="1600" dirty="0">
                <a:solidFill>
                  <a:srgbClr val="FF0000"/>
                </a:solidFill>
                <a:latin typeface="Arial" panose="020B0604020202020204" pitchFamily="34" charset="0"/>
                <a:cs typeface="Arial" panose="020B0604020202020204" pitchFamily="34" charset="0"/>
              </a:rPr>
              <a:t>4x6Cu</a:t>
            </a:r>
          </a:p>
        </p:txBody>
      </p:sp>
      <p:cxnSp>
        <p:nvCxnSpPr>
          <p:cNvPr id="21" name="Straight Connector 20">
            <a:extLst>
              <a:ext uri="{FF2B5EF4-FFF2-40B4-BE49-F238E27FC236}">
                <a16:creationId xmlns:a16="http://schemas.microsoft.com/office/drawing/2014/main" id="{EB52032D-08BA-8478-6451-79F3620D4B4A}"/>
              </a:ext>
            </a:extLst>
          </p:cNvPr>
          <p:cNvCxnSpPr/>
          <p:nvPr/>
        </p:nvCxnSpPr>
        <p:spPr>
          <a:xfrm flipV="1">
            <a:off x="159249" y="5076278"/>
            <a:ext cx="2378468" cy="1456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C5F35F54-5196-2858-3A90-222577F3476E}"/>
              </a:ext>
            </a:extLst>
          </p:cNvPr>
          <p:cNvPicPr>
            <a:picLocks noChangeAspect="1"/>
          </p:cNvPicPr>
          <p:nvPr/>
        </p:nvPicPr>
        <p:blipFill>
          <a:blip r:embed="rId2"/>
          <a:stretch>
            <a:fillRect/>
          </a:stretch>
        </p:blipFill>
        <p:spPr>
          <a:xfrm>
            <a:off x="2714129" y="1056692"/>
            <a:ext cx="4863718" cy="4100227"/>
          </a:xfrm>
          <a:prstGeom prst="rect">
            <a:avLst/>
          </a:prstGeom>
        </p:spPr>
      </p:pic>
      <p:sp>
        <p:nvSpPr>
          <p:cNvPr id="23" name="TextBox 22">
            <a:extLst>
              <a:ext uri="{FF2B5EF4-FFF2-40B4-BE49-F238E27FC236}">
                <a16:creationId xmlns:a16="http://schemas.microsoft.com/office/drawing/2014/main" id="{51E19A26-481E-152D-301F-C0DB12D1E2AB}"/>
              </a:ext>
            </a:extLst>
          </p:cNvPr>
          <p:cNvSpPr txBox="1"/>
          <p:nvPr/>
        </p:nvSpPr>
        <p:spPr>
          <a:xfrm>
            <a:off x="763069" y="5375526"/>
            <a:ext cx="11143050" cy="984885"/>
          </a:xfrm>
          <a:prstGeom prst="rect">
            <a:avLst/>
          </a:prstGeom>
          <a:noFill/>
        </p:spPr>
        <p:txBody>
          <a:bodyPr wrap="none" lIns="0" tIns="0" rIns="0" bIns="0" rtlCol="0" anchor="t">
            <a:spAutoFit/>
          </a:bodyPr>
          <a:lstStyle/>
          <a:p>
            <a:pPr algn="l"/>
            <a:r>
              <a:rPr lang="nl-NL" sz="1600" b="1" dirty="0" err="1">
                <a:solidFill>
                  <a:schemeClr val="tx2"/>
                </a:solidFill>
              </a:rPr>
              <a:t>N.b.</a:t>
            </a:r>
            <a:r>
              <a:rPr lang="nl-NL" sz="1600" b="1" dirty="0">
                <a:solidFill>
                  <a:schemeClr val="tx2"/>
                </a:solidFill>
              </a:rPr>
              <a:t>: in XML wordt voor de gekoppelde mantelbuis/Kabel/Leiding ook de Handle opgenomen omdat nieuwe objecten</a:t>
            </a:r>
          </a:p>
          <a:p>
            <a:pPr algn="l"/>
            <a:r>
              <a:rPr lang="nl-NL" sz="1600" b="1" dirty="0">
                <a:solidFill>
                  <a:schemeClr val="tx2"/>
                </a:solidFill>
              </a:rPr>
              <a:t>In een revisietekening niet altijd gegarandeerd een </a:t>
            </a:r>
            <a:r>
              <a:rPr lang="nl-NL" sz="1600" b="1" dirty="0" err="1">
                <a:solidFill>
                  <a:schemeClr val="tx2"/>
                </a:solidFill>
              </a:rPr>
              <a:t>AssetID</a:t>
            </a:r>
            <a:r>
              <a:rPr lang="nl-NL" sz="1600" b="1" dirty="0">
                <a:solidFill>
                  <a:schemeClr val="tx2"/>
                </a:solidFill>
              </a:rPr>
              <a:t> hebben.</a:t>
            </a:r>
          </a:p>
          <a:p>
            <a:pPr algn="l"/>
            <a:r>
              <a:rPr lang="nl-NL" sz="1600" b="1" dirty="0">
                <a:solidFill>
                  <a:schemeClr val="tx2"/>
                </a:solidFill>
              </a:rPr>
              <a:t>Wanneer een mantelbuis/kabel/leiding wordt verwijderd (NLCS status = V) moeten de bijschriften worden opgeschoond</a:t>
            </a:r>
          </a:p>
          <a:p>
            <a:pPr algn="l"/>
            <a:r>
              <a:rPr lang="nl-NL" sz="1600" b="1" dirty="0">
                <a:solidFill>
                  <a:schemeClr val="tx2"/>
                </a:solidFill>
              </a:rPr>
              <a:t>NLCS laagnaam voor deze bijschriften: B-OI-KL-ET-T18 en/of B-OI-KL-GAS-T18 of B-OI-KL-T18</a:t>
            </a:r>
          </a:p>
        </p:txBody>
      </p:sp>
      <p:sp>
        <p:nvSpPr>
          <p:cNvPr id="24" name="TextBox 23">
            <a:extLst>
              <a:ext uri="{FF2B5EF4-FFF2-40B4-BE49-F238E27FC236}">
                <a16:creationId xmlns:a16="http://schemas.microsoft.com/office/drawing/2014/main" id="{F5796A36-8B05-7DB5-CA25-61C2A12D9510}"/>
              </a:ext>
            </a:extLst>
          </p:cNvPr>
          <p:cNvSpPr txBox="1"/>
          <p:nvPr/>
        </p:nvSpPr>
        <p:spPr>
          <a:xfrm>
            <a:off x="8636543" y="1147673"/>
            <a:ext cx="3446802" cy="4093428"/>
          </a:xfrm>
          <a:prstGeom prst="rect">
            <a:avLst/>
          </a:prstGeom>
          <a:noFill/>
        </p:spPr>
        <p:txBody>
          <a:bodyPr wrap="square" lIns="0" tIns="0" rIns="0" bIns="0" rtlCol="0" anchor="t">
            <a:spAutoFit/>
          </a:bodyPr>
          <a:lstStyle/>
          <a:p>
            <a:pPr algn="l"/>
            <a:r>
              <a:rPr lang="nl-NL" sz="1400" b="1" dirty="0">
                <a:solidFill>
                  <a:schemeClr val="tx2"/>
                </a:solidFill>
              </a:rPr>
              <a:t>Gewenste tekenfunctionaliteit:</a:t>
            </a:r>
          </a:p>
          <a:p>
            <a:pPr marL="342900" indent="-342900" algn="l">
              <a:buFont typeface="+mj-lt"/>
              <a:buAutoNum type="arabicPeriod"/>
            </a:pPr>
            <a:r>
              <a:rPr lang="nl-NL" sz="1400" b="1" dirty="0">
                <a:solidFill>
                  <a:schemeClr val="tx2"/>
                </a:solidFill>
              </a:rPr>
              <a:t>Gebruiker tekent eerst mantelbuis </a:t>
            </a:r>
          </a:p>
          <a:p>
            <a:pPr algn="l"/>
            <a:r>
              <a:rPr lang="nl-NL" sz="1400" b="1" dirty="0">
                <a:solidFill>
                  <a:schemeClr val="tx2"/>
                </a:solidFill>
              </a:rPr>
              <a:t>en kabels/leidingen</a:t>
            </a:r>
          </a:p>
          <a:p>
            <a:pPr algn="l"/>
            <a:r>
              <a:rPr lang="nl-NL" sz="1400" b="1" dirty="0">
                <a:solidFill>
                  <a:schemeClr val="tx2"/>
                </a:solidFill>
              </a:rPr>
              <a:t>2. Gebruiker selecteert de functie "Kabel in Mantelbuis"</a:t>
            </a:r>
          </a:p>
          <a:p>
            <a:pPr algn="l"/>
            <a:r>
              <a:rPr lang="nl-NL" sz="1400" b="1" dirty="0">
                <a:solidFill>
                  <a:schemeClr val="tx2"/>
                </a:solidFill>
              </a:rPr>
              <a:t>3. Functie vraagt de gebruiker om de objecten in de tekening te selecteren</a:t>
            </a:r>
          </a:p>
          <a:p>
            <a:pPr algn="l"/>
            <a:r>
              <a:rPr lang="nl-NL" sz="1400" b="1" dirty="0">
                <a:solidFill>
                  <a:schemeClr val="tx2"/>
                </a:solidFill>
              </a:rPr>
              <a:t>4. Functie biedt de gevonden objecten aan in een scherm waarin de gebruiker kan vastleggen welke kabel/leiding in de mantelbuis zit (drag </a:t>
            </a:r>
            <a:r>
              <a:rPr lang="nl-NL" sz="1400" b="1" dirty="0" err="1">
                <a:solidFill>
                  <a:schemeClr val="tx2"/>
                </a:solidFill>
              </a:rPr>
              <a:t>and</a:t>
            </a:r>
            <a:r>
              <a:rPr lang="nl-NL" sz="1400" b="1" dirty="0">
                <a:solidFill>
                  <a:schemeClr val="tx2"/>
                </a:solidFill>
              </a:rPr>
              <a:t> drop)</a:t>
            </a:r>
          </a:p>
          <a:p>
            <a:pPr algn="l"/>
            <a:r>
              <a:rPr lang="nl-NL" sz="1400" b="1" dirty="0">
                <a:solidFill>
                  <a:schemeClr val="tx2"/>
                </a:solidFill>
              </a:rPr>
              <a:t>5. In de alfanumerieke data wordt deze structuur vastgelegd</a:t>
            </a:r>
          </a:p>
          <a:p>
            <a:pPr algn="l"/>
            <a:r>
              <a:rPr lang="nl-NL" sz="1400" b="1" dirty="0">
                <a:solidFill>
                  <a:schemeClr val="tx2"/>
                </a:solidFill>
              </a:rPr>
              <a:t>6. Het gestapelde bijschrift wordt in het kaartbeeld getekend. </a:t>
            </a:r>
          </a:p>
          <a:p>
            <a:pPr algn="l"/>
            <a:r>
              <a:rPr lang="nl-NL" sz="1400" b="1" dirty="0">
                <a:solidFill>
                  <a:schemeClr val="tx2"/>
                </a:solidFill>
              </a:rPr>
              <a:t>7. De gebruiker kan de positie van de bijschriften desgewenst verplaatsen</a:t>
            </a:r>
          </a:p>
          <a:p>
            <a:pPr algn="l"/>
            <a:r>
              <a:rPr lang="nl-NL" sz="1400" b="1" dirty="0">
                <a:solidFill>
                  <a:schemeClr val="tx2"/>
                </a:solidFill>
              </a:rPr>
              <a:t>-&gt;Daarnaast is kunnen editen/updaten  noodzakelijk (o.a. bij statuswijziging)</a:t>
            </a:r>
          </a:p>
        </p:txBody>
      </p:sp>
    </p:spTree>
    <p:extLst>
      <p:ext uri="{BB962C8B-B14F-4D97-AF65-F5344CB8AC3E}">
        <p14:creationId xmlns:p14="http://schemas.microsoft.com/office/powerpoint/2010/main" val="2655427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F3D4B1B6-3BE7-B8C0-90F7-7943B5A29DDD}"/>
              </a:ext>
            </a:extLst>
          </p:cNvPr>
          <p:cNvSpPr>
            <a:spLocks noGrp="1"/>
          </p:cNvSpPr>
          <p:nvPr>
            <p:ph type="body" orient="vert" idx="1"/>
          </p:nvPr>
        </p:nvSpPr>
        <p:spPr/>
        <p:txBody>
          <a:bodyPr/>
          <a:lstStyle/>
          <a:p>
            <a:r>
              <a:rPr lang="nl-NL" dirty="0"/>
              <a:t>De netbeheerders hanteren momenteel verschillende registratierichtlijnen op dit punt. Op dit moment moet het informatiemodel daarom zowel 1-fasekabels als 3x1fasekabels ondersteunen.</a:t>
            </a:r>
            <a:br>
              <a:rPr lang="nl-NL" dirty="0"/>
            </a:br>
            <a:r>
              <a:rPr lang="nl-NL" dirty="0"/>
              <a:t>Op termijn is het wenselijk om 3x1 fasekabels die in driehoekvorm zijn gelegd als één lijn te kunnen registreren en drie 1-fasekabels als drie losse kabels.</a:t>
            </a:r>
            <a:br>
              <a:rPr lang="nl-NL" dirty="0"/>
            </a:br>
            <a:br>
              <a:rPr lang="nl-NL" dirty="0"/>
            </a:br>
            <a:r>
              <a:rPr lang="nl-NL" dirty="0"/>
              <a:t>Voorkeurswerkwijze: Indien er meerdere mantelbuizen zijn (elke 1-fasekabel in een eigen buis), moeten de 1-fasekabels apart worden getekend, zodat elke kabel in een eigen buis kan worden geplaatst</a:t>
            </a:r>
          </a:p>
        </p:txBody>
      </p:sp>
      <p:sp>
        <p:nvSpPr>
          <p:cNvPr id="3" name="Title 2">
            <a:extLst>
              <a:ext uri="{FF2B5EF4-FFF2-40B4-BE49-F238E27FC236}">
                <a16:creationId xmlns:a16="http://schemas.microsoft.com/office/drawing/2014/main" id="{349C6BD1-1C8C-45BA-D489-1C4C52F24580}"/>
              </a:ext>
            </a:extLst>
          </p:cNvPr>
          <p:cNvSpPr>
            <a:spLocks noGrp="1"/>
          </p:cNvSpPr>
          <p:nvPr>
            <p:ph type="title"/>
          </p:nvPr>
        </p:nvSpPr>
        <p:spPr/>
        <p:txBody>
          <a:bodyPr/>
          <a:lstStyle/>
          <a:p>
            <a:r>
              <a:rPr lang="nl-NL" dirty="0"/>
              <a:t>Kabel in Mantelbuis: </a:t>
            </a:r>
            <a:r>
              <a:rPr lang="nl-NL" dirty="0" err="1"/>
              <a:t>eenfasekabels</a:t>
            </a:r>
            <a:endParaRPr lang="nl-NL" dirty="0"/>
          </a:p>
        </p:txBody>
      </p:sp>
      <p:sp>
        <p:nvSpPr>
          <p:cNvPr id="4" name="Text Placeholder 3">
            <a:extLst>
              <a:ext uri="{FF2B5EF4-FFF2-40B4-BE49-F238E27FC236}">
                <a16:creationId xmlns:a16="http://schemas.microsoft.com/office/drawing/2014/main" id="{853E1C55-0717-849D-4C94-0C225434A384}"/>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36C8A4AA-D795-E79B-4156-B2267B03A016}"/>
              </a:ext>
            </a:extLst>
          </p:cNvPr>
          <p:cNvSpPr>
            <a:spLocks noGrp="1"/>
          </p:cNvSpPr>
          <p:nvPr>
            <p:ph type="sldNum" sz="quarter" idx="12"/>
          </p:nvPr>
        </p:nvSpPr>
        <p:spPr/>
        <p:txBody>
          <a:bodyPr/>
          <a:lstStyle/>
          <a:p>
            <a:fld id="{55B2A88A-B7BD-41B1-9FCB-9BE633251ACA}" type="slidenum">
              <a:rPr lang="nl-NL" noProof="0" smtClean="0"/>
              <a:t>32</a:t>
            </a:fld>
            <a:endParaRPr lang="nl-NL" noProof="0"/>
          </a:p>
        </p:txBody>
      </p:sp>
    </p:spTree>
    <p:extLst>
      <p:ext uri="{BB962C8B-B14F-4D97-AF65-F5344CB8AC3E}">
        <p14:creationId xmlns:p14="http://schemas.microsoft.com/office/powerpoint/2010/main" val="3069154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67103FC6-05D9-070B-3B02-C1F47784D362}"/>
              </a:ext>
            </a:extLst>
          </p:cNvPr>
          <p:cNvSpPr>
            <a:spLocks noGrp="1"/>
          </p:cNvSpPr>
          <p:nvPr>
            <p:ph type="body" orient="vert" idx="1"/>
          </p:nvPr>
        </p:nvSpPr>
        <p:spPr>
          <a:xfrm>
            <a:off x="480242" y="1113930"/>
            <a:ext cx="11198569" cy="4314379"/>
          </a:xfrm>
        </p:spPr>
        <p:txBody>
          <a:bodyPr/>
          <a:lstStyle/>
          <a:p>
            <a:r>
              <a:rPr lang="nl-NL" dirty="0"/>
              <a:t>Eisen aan de oplossing:</a:t>
            </a:r>
          </a:p>
          <a:p>
            <a:pPr marL="285750" indent="-285750">
              <a:buFont typeface="Arial" panose="020B0604020202020204" pitchFamily="34" charset="0"/>
              <a:buChar char="•"/>
            </a:pPr>
            <a:r>
              <a:rPr lang="nl-NL" dirty="0"/>
              <a:t>Ontwerper moet in de tekening zichtbaar kunnen maken wat er moet gebeuren met een kabel/leiding</a:t>
            </a:r>
          </a:p>
          <a:p>
            <a:pPr marL="285750" indent="-285750">
              <a:buFont typeface="Arial" panose="020B0604020202020204" pitchFamily="34" charset="0"/>
              <a:buChar char="•"/>
            </a:pPr>
            <a:r>
              <a:rPr lang="nl-NL" dirty="0"/>
              <a:t>Bij het inlezen van revisie in GIS moet de nieuwe ligging ondubbelzinnig ingelezen kunnen worden</a:t>
            </a:r>
          </a:p>
          <a:p>
            <a:pPr marL="285750" indent="-285750">
              <a:buFont typeface="Arial" panose="020B0604020202020204" pitchFamily="34" charset="0"/>
              <a:buChar char="•"/>
            </a:pPr>
            <a:endParaRPr lang="nl-NL" dirty="0"/>
          </a:p>
          <a:p>
            <a:r>
              <a:rPr lang="nl-NL" dirty="0"/>
              <a:t>Oude en nieuwe ligging in één tekening leveren issues/vragen op:</a:t>
            </a:r>
          </a:p>
          <a:p>
            <a:pPr marL="285750" indent="-285750">
              <a:buFont typeface="Arial" panose="020B0604020202020204" pitchFamily="34" charset="0"/>
              <a:buChar char="•"/>
            </a:pPr>
            <a:r>
              <a:rPr lang="nl-NL" dirty="0"/>
              <a:t>Welke geometrie neem je mee in XML?</a:t>
            </a:r>
          </a:p>
          <a:p>
            <a:pPr marL="285750" indent="-285750">
              <a:buFont typeface="Arial" panose="020B0604020202020204" pitchFamily="34" charset="0"/>
              <a:buChar char="•"/>
            </a:pPr>
            <a:r>
              <a:rPr lang="nl-NL" dirty="0"/>
              <a:t>Wat doe je met identificatie (indien een object met oude en nieuwe ligging in de tekening komt)?</a:t>
            </a:r>
          </a:p>
          <a:p>
            <a:pPr marL="285750" indent="-285750">
              <a:buFont typeface="Arial" panose="020B0604020202020204" pitchFamily="34" charset="0"/>
              <a:buChar char="•"/>
            </a:pPr>
            <a:r>
              <a:rPr lang="nl-NL" dirty="0"/>
              <a:t>Hoe maak je duidelijk wat oud en wat nieuw is?</a:t>
            </a:r>
          </a:p>
          <a:p>
            <a:pPr marL="285750" indent="-285750">
              <a:buFont typeface="Arial" panose="020B0604020202020204" pitchFamily="34" charset="0"/>
              <a:buChar char="•"/>
            </a:pPr>
            <a:r>
              <a:rPr lang="nl-NL" dirty="0"/>
              <a:t>Onderscheid tussen nieuwe locatie van bestaande kabel/leiding en nieuw gelegde kabel/leiding</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0E4EFD03-36B8-2651-CE47-BEAECD328885}"/>
              </a:ext>
            </a:extLst>
          </p:cNvPr>
          <p:cNvSpPr>
            <a:spLocks noGrp="1"/>
          </p:cNvSpPr>
          <p:nvPr>
            <p:ph type="title"/>
          </p:nvPr>
        </p:nvSpPr>
        <p:spPr/>
        <p:txBody>
          <a:bodyPr/>
          <a:lstStyle/>
          <a:p>
            <a:r>
              <a:rPr lang="nl-NL" dirty="0"/>
              <a:t>Verplaatsen van kabels/leidingen</a:t>
            </a:r>
          </a:p>
        </p:txBody>
      </p:sp>
      <p:sp>
        <p:nvSpPr>
          <p:cNvPr id="4" name="Text Placeholder 3">
            <a:extLst>
              <a:ext uri="{FF2B5EF4-FFF2-40B4-BE49-F238E27FC236}">
                <a16:creationId xmlns:a16="http://schemas.microsoft.com/office/drawing/2014/main" id="{FB8ABA2C-FE1C-2121-80C6-53E55877764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5448631-A511-00AF-60C5-131F1F9F1E70}"/>
              </a:ext>
            </a:extLst>
          </p:cNvPr>
          <p:cNvSpPr>
            <a:spLocks noGrp="1"/>
          </p:cNvSpPr>
          <p:nvPr>
            <p:ph type="sldNum" sz="quarter" idx="12"/>
          </p:nvPr>
        </p:nvSpPr>
        <p:spPr/>
        <p:txBody>
          <a:bodyPr/>
          <a:lstStyle/>
          <a:p>
            <a:fld id="{55B2A88A-B7BD-41B1-9FCB-9BE633251ACA}" type="slidenum">
              <a:rPr lang="nl-NL" noProof="0" smtClean="0"/>
              <a:t>33</a:t>
            </a:fld>
            <a:endParaRPr lang="nl-NL" noProof="0"/>
          </a:p>
        </p:txBody>
      </p:sp>
    </p:spTree>
    <p:extLst>
      <p:ext uri="{BB962C8B-B14F-4D97-AF65-F5344CB8AC3E}">
        <p14:creationId xmlns:p14="http://schemas.microsoft.com/office/powerpoint/2010/main" val="3815499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AD593C4B-7D5B-891B-ACE2-45E40A8B6FEE}"/>
              </a:ext>
            </a:extLst>
          </p:cNvPr>
          <p:cNvSpPr>
            <a:spLocks noGrp="1"/>
          </p:cNvSpPr>
          <p:nvPr>
            <p:ph type="body" orient="vert" idx="1"/>
          </p:nvPr>
        </p:nvSpPr>
        <p:spPr/>
        <p:txBody>
          <a:bodyPr/>
          <a:lstStyle/>
          <a:p>
            <a:r>
              <a:rPr lang="nl-NL" dirty="0"/>
              <a:t>Aanpak:</a:t>
            </a:r>
          </a:p>
          <a:p>
            <a:pPr marL="285750" indent="-285750">
              <a:buFont typeface="Arial" panose="020B0604020202020204" pitchFamily="34" charset="0"/>
              <a:buChar char="•"/>
            </a:pPr>
            <a:r>
              <a:rPr lang="nl-NL" dirty="0"/>
              <a:t>Kabel/leiding komt twee keer voor in de ontwerp- en as-</a:t>
            </a:r>
            <a:r>
              <a:rPr lang="nl-NL" dirty="0" err="1"/>
              <a:t>builttekening</a:t>
            </a:r>
            <a:r>
              <a:rPr lang="nl-NL" dirty="0"/>
              <a:t> met dezelfde </a:t>
            </a:r>
            <a:r>
              <a:rPr lang="nl-NL" dirty="0" err="1"/>
              <a:t>GISid</a:t>
            </a:r>
            <a:r>
              <a:rPr lang="nl-NL" dirty="0"/>
              <a:t> en </a:t>
            </a:r>
            <a:r>
              <a:rPr lang="nl-NL" dirty="0" err="1"/>
              <a:t>Assetid</a:t>
            </a:r>
            <a:r>
              <a:rPr lang="nl-NL" dirty="0"/>
              <a:t>:</a:t>
            </a:r>
          </a:p>
          <a:p>
            <a:pPr marL="285750" lvl="1" indent="-285750">
              <a:buFont typeface="Arial" panose="020B0604020202020204" pitchFamily="34" charset="0"/>
              <a:buChar char="•"/>
            </a:pPr>
            <a:r>
              <a:rPr lang="nl-NL" dirty="0"/>
              <a:t>Oude ligging: status Bestaand </a:t>
            </a:r>
          </a:p>
          <a:p>
            <a:pPr marL="285750" lvl="1" indent="-285750">
              <a:buFont typeface="Arial" panose="020B0604020202020204" pitchFamily="34" charset="0"/>
              <a:buChar char="•"/>
            </a:pPr>
            <a:r>
              <a:rPr lang="nl-NL" dirty="0"/>
              <a:t>Nieuwe ligging: status Revisie (wordt: Gewijzigd)</a:t>
            </a:r>
          </a:p>
          <a:p>
            <a:pPr marL="285750" lvl="1"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Aangezien het vaak voorkomt dat een kabel/leiding deels wordt verplaatst, is het niet wenselijk dat de hele lijn de symboliek krijgt van een verplaatst object (voor en na). Om dat op te lossen worden hulplijnen gebruikt met de symboliek "VERPLAATSEN VAN" en "VERPLAATSEN NAAR"</a:t>
            </a:r>
          </a:p>
        </p:txBody>
      </p:sp>
      <p:sp>
        <p:nvSpPr>
          <p:cNvPr id="3" name="Title 2">
            <a:extLst>
              <a:ext uri="{FF2B5EF4-FFF2-40B4-BE49-F238E27FC236}">
                <a16:creationId xmlns:a16="http://schemas.microsoft.com/office/drawing/2014/main" id="{BD728867-E022-6831-83BB-7F634A2BB4F3}"/>
              </a:ext>
            </a:extLst>
          </p:cNvPr>
          <p:cNvSpPr>
            <a:spLocks noGrp="1"/>
          </p:cNvSpPr>
          <p:nvPr>
            <p:ph type="title"/>
          </p:nvPr>
        </p:nvSpPr>
        <p:spPr/>
        <p:txBody>
          <a:bodyPr/>
          <a:lstStyle/>
          <a:p>
            <a:r>
              <a:rPr lang="nl-NL" dirty="0"/>
              <a:t>Verplaatsen van kabels/leidingen</a:t>
            </a:r>
          </a:p>
        </p:txBody>
      </p:sp>
      <p:sp>
        <p:nvSpPr>
          <p:cNvPr id="4" name="Text Placeholder 3">
            <a:extLst>
              <a:ext uri="{FF2B5EF4-FFF2-40B4-BE49-F238E27FC236}">
                <a16:creationId xmlns:a16="http://schemas.microsoft.com/office/drawing/2014/main" id="{1E2548E8-39EC-0677-80A5-C1BA7455768E}"/>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0FF6105B-5299-61DB-6240-6AB24108CD13}"/>
              </a:ext>
            </a:extLst>
          </p:cNvPr>
          <p:cNvSpPr>
            <a:spLocks noGrp="1"/>
          </p:cNvSpPr>
          <p:nvPr>
            <p:ph type="sldNum" sz="quarter" idx="12"/>
          </p:nvPr>
        </p:nvSpPr>
        <p:spPr/>
        <p:txBody>
          <a:bodyPr/>
          <a:lstStyle/>
          <a:p>
            <a:fld id="{55B2A88A-B7BD-41B1-9FCB-9BE633251ACA}" type="slidenum">
              <a:rPr lang="nl-NL" noProof="0" smtClean="0"/>
              <a:t>34</a:t>
            </a:fld>
            <a:endParaRPr lang="nl-NL" noProof="0"/>
          </a:p>
        </p:txBody>
      </p:sp>
    </p:spTree>
    <p:extLst>
      <p:ext uri="{BB962C8B-B14F-4D97-AF65-F5344CB8AC3E}">
        <p14:creationId xmlns:p14="http://schemas.microsoft.com/office/powerpoint/2010/main" val="744842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21743C-C2A6-0143-2850-BB1222E41FCC}"/>
              </a:ext>
            </a:extLst>
          </p:cNvPr>
          <p:cNvSpPr>
            <a:spLocks noGrp="1"/>
          </p:cNvSpPr>
          <p:nvPr>
            <p:ph type="title"/>
          </p:nvPr>
        </p:nvSpPr>
        <p:spPr/>
        <p:txBody>
          <a:bodyPr/>
          <a:lstStyle/>
          <a:p>
            <a:r>
              <a:rPr lang="nl-NL" dirty="0"/>
              <a:t>Verplaatsen</a:t>
            </a:r>
          </a:p>
        </p:txBody>
      </p:sp>
      <p:sp>
        <p:nvSpPr>
          <p:cNvPr id="4" name="Text Placeholder 3">
            <a:extLst>
              <a:ext uri="{FF2B5EF4-FFF2-40B4-BE49-F238E27FC236}">
                <a16:creationId xmlns:a16="http://schemas.microsoft.com/office/drawing/2014/main" id="{DBB7AC99-6DD4-48CC-723C-40E1297D1C20}"/>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A8F33795-3ACE-6DA8-E279-C1D23D5B16ED}"/>
              </a:ext>
            </a:extLst>
          </p:cNvPr>
          <p:cNvSpPr>
            <a:spLocks noGrp="1"/>
          </p:cNvSpPr>
          <p:nvPr>
            <p:ph type="sldNum" sz="quarter" idx="12"/>
          </p:nvPr>
        </p:nvSpPr>
        <p:spPr>
          <a:xfrm>
            <a:off x="480242" y="5476401"/>
            <a:ext cx="244462" cy="230238"/>
          </a:xfrm>
        </p:spPr>
        <p:txBody>
          <a:bodyPr/>
          <a:lstStyle/>
          <a:p>
            <a:fld id="{55B2A88A-B7BD-41B1-9FCB-9BE633251ACA}" type="slidenum">
              <a:rPr lang="nl-NL" noProof="0" smtClean="0"/>
              <a:t>35</a:t>
            </a:fld>
            <a:endParaRPr lang="nl-NL" noProof="0"/>
          </a:p>
        </p:txBody>
      </p:sp>
      <p:cxnSp>
        <p:nvCxnSpPr>
          <p:cNvPr id="7" name="Straight Connector 6">
            <a:extLst>
              <a:ext uri="{FF2B5EF4-FFF2-40B4-BE49-F238E27FC236}">
                <a16:creationId xmlns:a16="http://schemas.microsoft.com/office/drawing/2014/main" id="{210CB4B4-72F3-D1B5-C3B6-A33C516FA9DC}"/>
              </a:ext>
            </a:extLst>
          </p:cNvPr>
          <p:cNvCxnSpPr>
            <a:cxnSpLocks/>
          </p:cNvCxnSpPr>
          <p:nvPr/>
        </p:nvCxnSpPr>
        <p:spPr>
          <a:xfrm>
            <a:off x="5771035" y="2951934"/>
            <a:ext cx="1543659"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0BAB8B0C-66E3-F750-D643-62D1D81ECF74}"/>
              </a:ext>
            </a:extLst>
          </p:cNvPr>
          <p:cNvCxnSpPr>
            <a:cxnSpLocks/>
          </p:cNvCxnSpPr>
          <p:nvPr/>
        </p:nvCxnSpPr>
        <p:spPr>
          <a:xfrm flipV="1">
            <a:off x="4309556" y="1890198"/>
            <a:ext cx="2110294" cy="1061736"/>
          </a:xfrm>
          <a:prstGeom prst="bentConnector3">
            <a:avLst>
              <a:gd name="adj1" fmla="val 69860"/>
            </a:avLst>
          </a:prstGeom>
          <a:ln w="15875">
            <a:solidFill>
              <a:schemeClr val="accent2"/>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AC6A5723-BA49-B9A5-12BE-1545703C4F08}"/>
              </a:ext>
            </a:extLst>
          </p:cNvPr>
          <p:cNvCxnSpPr>
            <a:cxnSpLocks/>
          </p:cNvCxnSpPr>
          <p:nvPr/>
        </p:nvCxnSpPr>
        <p:spPr>
          <a:xfrm flipV="1">
            <a:off x="8237859" y="1865768"/>
            <a:ext cx="1933832" cy="1034285"/>
          </a:xfrm>
          <a:prstGeom prst="bentConnector3">
            <a:avLst>
              <a:gd name="adj1" fmla="val 71630"/>
            </a:avLst>
          </a:prstGeom>
          <a:ln w="25400">
            <a:solidFill>
              <a:schemeClr val="accent2"/>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A7CF4E1-D2BC-B76E-3DFA-1AFFB2F52DEA}"/>
              </a:ext>
            </a:extLst>
          </p:cNvPr>
          <p:cNvCxnSpPr/>
          <p:nvPr/>
        </p:nvCxnSpPr>
        <p:spPr>
          <a:xfrm>
            <a:off x="6096000" y="2788185"/>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13911CE-E9B9-D641-77EA-BCA237F25B91}"/>
              </a:ext>
            </a:extLst>
          </p:cNvPr>
          <p:cNvCxnSpPr/>
          <p:nvPr/>
        </p:nvCxnSpPr>
        <p:spPr>
          <a:xfrm>
            <a:off x="6457545" y="2796291"/>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500DD5C-0E6F-5694-4F03-AADF30E9EA7E}"/>
              </a:ext>
            </a:extLst>
          </p:cNvPr>
          <p:cNvCxnSpPr/>
          <p:nvPr/>
        </p:nvCxnSpPr>
        <p:spPr>
          <a:xfrm>
            <a:off x="6819090" y="2804397"/>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CC4A8F0-4853-F72B-C91A-47879155E872}"/>
              </a:ext>
            </a:extLst>
          </p:cNvPr>
          <p:cNvCxnSpPr>
            <a:cxnSpLocks/>
          </p:cNvCxnSpPr>
          <p:nvPr/>
        </p:nvCxnSpPr>
        <p:spPr>
          <a:xfrm>
            <a:off x="6457545" y="1736988"/>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94916DAF-07A1-5896-622D-E7FEA4478AED}"/>
              </a:ext>
            </a:extLst>
          </p:cNvPr>
          <p:cNvGrpSpPr/>
          <p:nvPr/>
        </p:nvGrpSpPr>
        <p:grpSpPr>
          <a:xfrm>
            <a:off x="6084652" y="1736989"/>
            <a:ext cx="11348" cy="320199"/>
            <a:chOff x="6084652" y="2947480"/>
            <a:chExt cx="11348" cy="320199"/>
          </a:xfrm>
        </p:grpSpPr>
        <p:cxnSp>
          <p:nvCxnSpPr>
            <p:cNvPr id="17" name="Straight Arrow Connector 16">
              <a:extLst>
                <a:ext uri="{FF2B5EF4-FFF2-40B4-BE49-F238E27FC236}">
                  <a16:creationId xmlns:a16="http://schemas.microsoft.com/office/drawing/2014/main" id="{F1D37836-D383-411B-EBE7-673C88FC09B0}"/>
                </a:ext>
              </a:extLst>
            </p:cNvPr>
            <p:cNvCxnSpPr>
              <a:cxnSpLocks/>
            </p:cNvCxnSpPr>
            <p:nvPr/>
          </p:nvCxnSpPr>
          <p:spPr>
            <a:xfrm>
              <a:off x="6096000" y="2947480"/>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0B27652-9A27-8D9D-074C-2721A97457E3}"/>
                </a:ext>
              </a:extLst>
            </p:cNvPr>
            <p:cNvCxnSpPr>
              <a:cxnSpLocks/>
            </p:cNvCxnSpPr>
            <p:nvPr/>
          </p:nvCxnSpPr>
          <p:spPr>
            <a:xfrm flipV="1">
              <a:off x="6084652" y="3100689"/>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a:extLst>
              <a:ext uri="{FF2B5EF4-FFF2-40B4-BE49-F238E27FC236}">
                <a16:creationId xmlns:a16="http://schemas.microsoft.com/office/drawing/2014/main" id="{8818FB04-4945-7440-D6CA-2777DC9EFDF5}"/>
              </a:ext>
            </a:extLst>
          </p:cNvPr>
          <p:cNvCxnSpPr>
            <a:cxnSpLocks/>
          </p:cNvCxnSpPr>
          <p:nvPr/>
        </p:nvCxnSpPr>
        <p:spPr>
          <a:xfrm flipV="1">
            <a:off x="6457545" y="1892630"/>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32" name="Arc 31">
            <a:extLst>
              <a:ext uri="{FF2B5EF4-FFF2-40B4-BE49-F238E27FC236}">
                <a16:creationId xmlns:a16="http://schemas.microsoft.com/office/drawing/2014/main" id="{B65AE3DC-26DE-B00D-B094-1B2766817D2F}"/>
              </a:ext>
            </a:extLst>
          </p:cNvPr>
          <p:cNvSpPr/>
          <p:nvPr/>
        </p:nvSpPr>
        <p:spPr>
          <a:xfrm>
            <a:off x="6161665" y="1927186"/>
            <a:ext cx="876297" cy="1548419"/>
          </a:xfrm>
          <a:prstGeom prst="arc">
            <a:avLst>
              <a:gd name="adj1" fmla="val 16173875"/>
              <a:gd name="adj2" fmla="val 1440287"/>
            </a:avLst>
          </a:prstGeom>
          <a:ln w="12700">
            <a:solidFill>
              <a:schemeClr val="bg1">
                <a:lumMod val="50000"/>
              </a:schemeClr>
            </a:solidFill>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34" name="Arc 33">
            <a:extLst>
              <a:ext uri="{FF2B5EF4-FFF2-40B4-BE49-F238E27FC236}">
                <a16:creationId xmlns:a16="http://schemas.microsoft.com/office/drawing/2014/main" id="{15564F11-0C62-E9CA-5657-5067172171FC}"/>
              </a:ext>
            </a:extLst>
          </p:cNvPr>
          <p:cNvSpPr/>
          <p:nvPr/>
        </p:nvSpPr>
        <p:spPr>
          <a:xfrm>
            <a:off x="5489223" y="2320649"/>
            <a:ext cx="526168" cy="1154955"/>
          </a:xfrm>
          <a:prstGeom prst="arc">
            <a:avLst>
              <a:gd name="adj1" fmla="val 16306510"/>
              <a:gd name="adj2" fmla="val 237103"/>
            </a:avLst>
          </a:prstGeom>
          <a:ln w="12700">
            <a:solidFill>
              <a:schemeClr val="bg1">
                <a:lumMod val="50000"/>
              </a:schemeClr>
            </a:solidFill>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cxnSp>
        <p:nvCxnSpPr>
          <p:cNvPr id="35" name="Connector: Elbow 34">
            <a:extLst>
              <a:ext uri="{FF2B5EF4-FFF2-40B4-BE49-F238E27FC236}">
                <a16:creationId xmlns:a16="http://schemas.microsoft.com/office/drawing/2014/main" id="{41F16077-416F-4609-B8A0-EF22F931E496}"/>
              </a:ext>
            </a:extLst>
          </p:cNvPr>
          <p:cNvCxnSpPr>
            <a:cxnSpLocks/>
          </p:cNvCxnSpPr>
          <p:nvPr/>
        </p:nvCxnSpPr>
        <p:spPr>
          <a:xfrm flipV="1">
            <a:off x="366630" y="2937036"/>
            <a:ext cx="3237468" cy="5860"/>
          </a:xfrm>
          <a:prstGeom prst="straightConnector1">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CF6492C-CC43-97AD-43BD-97198590CED1}"/>
              </a:ext>
            </a:extLst>
          </p:cNvPr>
          <p:cNvSpPr txBox="1"/>
          <p:nvPr/>
        </p:nvSpPr>
        <p:spPr>
          <a:xfrm>
            <a:off x="685800" y="1313838"/>
            <a:ext cx="2555187" cy="246221"/>
          </a:xfrm>
          <a:prstGeom prst="rect">
            <a:avLst/>
          </a:prstGeom>
          <a:noFill/>
        </p:spPr>
        <p:txBody>
          <a:bodyPr wrap="none" lIns="0" tIns="0" rIns="0" bIns="0" rtlCol="0" anchor="t">
            <a:spAutoFit/>
          </a:bodyPr>
          <a:lstStyle/>
          <a:p>
            <a:pPr algn="l"/>
            <a:r>
              <a:rPr lang="nl-NL" sz="1600" dirty="0">
                <a:solidFill>
                  <a:schemeClr val="tx2"/>
                </a:solidFill>
              </a:rPr>
              <a:t>Tekening bestaande situatie</a:t>
            </a:r>
          </a:p>
        </p:txBody>
      </p:sp>
      <p:sp>
        <p:nvSpPr>
          <p:cNvPr id="38" name="TextBox 37">
            <a:extLst>
              <a:ext uri="{FF2B5EF4-FFF2-40B4-BE49-F238E27FC236}">
                <a16:creationId xmlns:a16="http://schemas.microsoft.com/office/drawing/2014/main" id="{C217DE41-AEC6-C8D7-BB88-4793CBFBE494}"/>
              </a:ext>
            </a:extLst>
          </p:cNvPr>
          <p:cNvSpPr txBox="1"/>
          <p:nvPr/>
        </p:nvSpPr>
        <p:spPr>
          <a:xfrm>
            <a:off x="4497008" y="1320930"/>
            <a:ext cx="1605376" cy="246221"/>
          </a:xfrm>
          <a:prstGeom prst="rect">
            <a:avLst/>
          </a:prstGeom>
          <a:noFill/>
        </p:spPr>
        <p:txBody>
          <a:bodyPr wrap="none" lIns="0" tIns="0" rIns="0" bIns="0" rtlCol="0" anchor="t">
            <a:spAutoFit/>
          </a:bodyPr>
          <a:lstStyle/>
          <a:p>
            <a:pPr algn="l"/>
            <a:r>
              <a:rPr lang="nl-NL" sz="1600" dirty="0">
                <a:solidFill>
                  <a:schemeClr val="tx2"/>
                </a:solidFill>
              </a:rPr>
              <a:t>Ontwerptekening</a:t>
            </a:r>
          </a:p>
        </p:txBody>
      </p:sp>
      <p:sp>
        <p:nvSpPr>
          <p:cNvPr id="39" name="TextBox 38">
            <a:extLst>
              <a:ext uri="{FF2B5EF4-FFF2-40B4-BE49-F238E27FC236}">
                <a16:creationId xmlns:a16="http://schemas.microsoft.com/office/drawing/2014/main" id="{310ABF5E-4AAB-FF04-32D0-E01E91172004}"/>
              </a:ext>
            </a:extLst>
          </p:cNvPr>
          <p:cNvSpPr txBox="1"/>
          <p:nvPr/>
        </p:nvSpPr>
        <p:spPr>
          <a:xfrm>
            <a:off x="8237859" y="1321324"/>
            <a:ext cx="1542345" cy="246221"/>
          </a:xfrm>
          <a:prstGeom prst="rect">
            <a:avLst/>
          </a:prstGeom>
          <a:noFill/>
        </p:spPr>
        <p:txBody>
          <a:bodyPr wrap="none" lIns="0" tIns="0" rIns="0" bIns="0" rtlCol="0" anchor="t">
            <a:spAutoFit/>
          </a:bodyPr>
          <a:lstStyle/>
          <a:p>
            <a:pPr algn="l"/>
            <a:r>
              <a:rPr lang="nl-NL" sz="1600" dirty="0">
                <a:solidFill>
                  <a:schemeClr val="tx2"/>
                </a:solidFill>
              </a:rPr>
              <a:t>As built tekening</a:t>
            </a:r>
          </a:p>
        </p:txBody>
      </p:sp>
      <p:grpSp>
        <p:nvGrpSpPr>
          <p:cNvPr id="41" name="Group 40">
            <a:extLst>
              <a:ext uri="{FF2B5EF4-FFF2-40B4-BE49-F238E27FC236}">
                <a16:creationId xmlns:a16="http://schemas.microsoft.com/office/drawing/2014/main" id="{53ABCA81-C388-A4A4-8FB5-8E41744D3453}"/>
              </a:ext>
            </a:extLst>
          </p:cNvPr>
          <p:cNvGrpSpPr/>
          <p:nvPr/>
        </p:nvGrpSpPr>
        <p:grpSpPr>
          <a:xfrm rot="16200000">
            <a:off x="5765361" y="1975915"/>
            <a:ext cx="11348" cy="320199"/>
            <a:chOff x="6084652" y="2947480"/>
            <a:chExt cx="11348" cy="320199"/>
          </a:xfrm>
        </p:grpSpPr>
        <p:cxnSp>
          <p:nvCxnSpPr>
            <p:cNvPr id="42" name="Straight Arrow Connector 41">
              <a:extLst>
                <a:ext uri="{FF2B5EF4-FFF2-40B4-BE49-F238E27FC236}">
                  <a16:creationId xmlns:a16="http://schemas.microsoft.com/office/drawing/2014/main" id="{1F34CD96-1989-87D3-4B3E-BE99837D7BC6}"/>
                </a:ext>
              </a:extLst>
            </p:cNvPr>
            <p:cNvCxnSpPr>
              <a:cxnSpLocks/>
            </p:cNvCxnSpPr>
            <p:nvPr/>
          </p:nvCxnSpPr>
          <p:spPr>
            <a:xfrm>
              <a:off x="6096000" y="2947480"/>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85740A2-66F7-EA3A-24F9-E8F22FF7F873}"/>
                </a:ext>
              </a:extLst>
            </p:cNvPr>
            <p:cNvCxnSpPr>
              <a:cxnSpLocks/>
            </p:cNvCxnSpPr>
            <p:nvPr/>
          </p:nvCxnSpPr>
          <p:spPr>
            <a:xfrm flipV="1">
              <a:off x="6084652" y="3100689"/>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5B51577A-2F9B-EE4A-A94F-F239F4DDB79F}"/>
              </a:ext>
            </a:extLst>
          </p:cNvPr>
          <p:cNvGrpSpPr/>
          <p:nvPr/>
        </p:nvGrpSpPr>
        <p:grpSpPr>
          <a:xfrm rot="16200000">
            <a:off x="5776102" y="2431494"/>
            <a:ext cx="11348" cy="320199"/>
            <a:chOff x="6084652" y="2947480"/>
            <a:chExt cx="11348" cy="320199"/>
          </a:xfrm>
        </p:grpSpPr>
        <p:cxnSp>
          <p:nvCxnSpPr>
            <p:cNvPr id="45" name="Straight Arrow Connector 44">
              <a:extLst>
                <a:ext uri="{FF2B5EF4-FFF2-40B4-BE49-F238E27FC236}">
                  <a16:creationId xmlns:a16="http://schemas.microsoft.com/office/drawing/2014/main" id="{C9056DB2-D622-77B3-76BD-3CB7ABAB20EC}"/>
                </a:ext>
              </a:extLst>
            </p:cNvPr>
            <p:cNvCxnSpPr>
              <a:cxnSpLocks/>
            </p:cNvCxnSpPr>
            <p:nvPr/>
          </p:nvCxnSpPr>
          <p:spPr>
            <a:xfrm>
              <a:off x="6096000" y="2947480"/>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F7589EB-D5EE-9007-4624-D10F07A0E1D4}"/>
                </a:ext>
              </a:extLst>
            </p:cNvPr>
            <p:cNvCxnSpPr>
              <a:cxnSpLocks/>
            </p:cNvCxnSpPr>
            <p:nvPr/>
          </p:nvCxnSpPr>
          <p:spPr>
            <a:xfrm flipV="1">
              <a:off x="6084652" y="3100689"/>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cxnSp>
        <p:nvCxnSpPr>
          <p:cNvPr id="66" name="Straight Connector 65">
            <a:extLst>
              <a:ext uri="{FF2B5EF4-FFF2-40B4-BE49-F238E27FC236}">
                <a16:creationId xmlns:a16="http://schemas.microsoft.com/office/drawing/2014/main" id="{96ED5DCF-2CE0-3236-A616-22B62383EE6A}"/>
              </a:ext>
            </a:extLst>
          </p:cNvPr>
          <p:cNvCxnSpPr>
            <a:cxnSpLocks/>
          </p:cNvCxnSpPr>
          <p:nvPr/>
        </p:nvCxnSpPr>
        <p:spPr>
          <a:xfrm>
            <a:off x="366630" y="4610096"/>
            <a:ext cx="1543659"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7144026-B600-2DAB-A1AA-F659B5B57B61}"/>
              </a:ext>
            </a:extLst>
          </p:cNvPr>
          <p:cNvCxnSpPr/>
          <p:nvPr/>
        </p:nvCxnSpPr>
        <p:spPr>
          <a:xfrm>
            <a:off x="691595" y="4446347"/>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E046987-30DC-C265-ACEE-C7461FA7D471}"/>
              </a:ext>
            </a:extLst>
          </p:cNvPr>
          <p:cNvCxnSpPr/>
          <p:nvPr/>
        </p:nvCxnSpPr>
        <p:spPr>
          <a:xfrm>
            <a:off x="1053140" y="4454453"/>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C4F4EC34-C4FE-6586-C57F-C342678D6A22}"/>
              </a:ext>
            </a:extLst>
          </p:cNvPr>
          <p:cNvCxnSpPr/>
          <p:nvPr/>
        </p:nvCxnSpPr>
        <p:spPr>
          <a:xfrm>
            <a:off x="1414685" y="4462559"/>
            <a:ext cx="0" cy="311285"/>
          </a:xfrm>
          <a:prstGeom prst="straightConnector1">
            <a:avLst/>
          </a:prstGeom>
          <a:ln w="19050">
            <a:solidFill>
              <a:schemeClr val="bg1">
                <a:lumMod val="6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2F9E9DBE-964E-5CBC-BE35-FB471477BCBF}"/>
              </a:ext>
            </a:extLst>
          </p:cNvPr>
          <p:cNvSpPr txBox="1"/>
          <p:nvPr/>
        </p:nvSpPr>
        <p:spPr>
          <a:xfrm>
            <a:off x="2090839" y="4500297"/>
            <a:ext cx="9375452" cy="430887"/>
          </a:xfrm>
          <a:prstGeom prst="rect">
            <a:avLst/>
          </a:prstGeom>
          <a:noFill/>
        </p:spPr>
        <p:txBody>
          <a:bodyPr wrap="none" lIns="0" tIns="0" rIns="0" bIns="0" rtlCol="0" anchor="t">
            <a:spAutoFit/>
          </a:bodyPr>
          <a:lstStyle/>
          <a:p>
            <a:pPr algn="l"/>
            <a:r>
              <a:rPr lang="nl-NL" sz="1400" dirty="0">
                <a:solidFill>
                  <a:schemeClr val="tx2"/>
                </a:solidFill>
              </a:rPr>
              <a:t>Hulplijn oude positie: Bewerking: VERPLAATSEN VAN, laagnaam bijvoorbeeld B-OI-KL-ET-VERPLAATSEN-G met </a:t>
            </a:r>
          </a:p>
          <a:p>
            <a:pPr algn="l"/>
            <a:r>
              <a:rPr lang="nl-NL" sz="1400" dirty="0">
                <a:solidFill>
                  <a:schemeClr val="tx2"/>
                </a:solidFill>
              </a:rPr>
              <a:t>lijnstijl VERPLAATSENVAN</a:t>
            </a:r>
          </a:p>
        </p:txBody>
      </p:sp>
      <p:cxnSp>
        <p:nvCxnSpPr>
          <p:cNvPr id="71" name="Straight Arrow Connector 70">
            <a:extLst>
              <a:ext uri="{FF2B5EF4-FFF2-40B4-BE49-F238E27FC236}">
                <a16:creationId xmlns:a16="http://schemas.microsoft.com/office/drawing/2014/main" id="{FCE809F6-B048-A3B2-E43B-81CC76D03689}"/>
              </a:ext>
            </a:extLst>
          </p:cNvPr>
          <p:cNvCxnSpPr>
            <a:cxnSpLocks/>
          </p:cNvCxnSpPr>
          <p:nvPr/>
        </p:nvCxnSpPr>
        <p:spPr>
          <a:xfrm>
            <a:off x="1041792" y="5032655"/>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4F2A899-6167-C68A-B8B6-AF455C81FA86}"/>
              </a:ext>
            </a:extLst>
          </p:cNvPr>
          <p:cNvCxnSpPr>
            <a:cxnSpLocks/>
          </p:cNvCxnSpPr>
          <p:nvPr/>
        </p:nvCxnSpPr>
        <p:spPr>
          <a:xfrm>
            <a:off x="1403337" y="5032654"/>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ADF33026-ABFC-D117-DE43-AD7D533453D1}"/>
              </a:ext>
            </a:extLst>
          </p:cNvPr>
          <p:cNvGrpSpPr/>
          <p:nvPr/>
        </p:nvGrpSpPr>
        <p:grpSpPr>
          <a:xfrm>
            <a:off x="668899" y="5032656"/>
            <a:ext cx="11348" cy="320199"/>
            <a:chOff x="6084652" y="2947480"/>
            <a:chExt cx="11348" cy="320199"/>
          </a:xfrm>
        </p:grpSpPr>
        <p:cxnSp>
          <p:nvCxnSpPr>
            <p:cNvPr id="74" name="Straight Arrow Connector 73">
              <a:extLst>
                <a:ext uri="{FF2B5EF4-FFF2-40B4-BE49-F238E27FC236}">
                  <a16:creationId xmlns:a16="http://schemas.microsoft.com/office/drawing/2014/main" id="{B05A01E4-EE48-26A0-27A1-183F02B5EE0E}"/>
                </a:ext>
              </a:extLst>
            </p:cNvPr>
            <p:cNvCxnSpPr>
              <a:cxnSpLocks/>
            </p:cNvCxnSpPr>
            <p:nvPr/>
          </p:nvCxnSpPr>
          <p:spPr>
            <a:xfrm>
              <a:off x="6096000" y="2947480"/>
              <a:ext cx="0" cy="155643"/>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0D953C5-3A33-986A-C7E5-871AFDF31EBC}"/>
                </a:ext>
              </a:extLst>
            </p:cNvPr>
            <p:cNvCxnSpPr>
              <a:cxnSpLocks/>
            </p:cNvCxnSpPr>
            <p:nvPr/>
          </p:nvCxnSpPr>
          <p:spPr>
            <a:xfrm flipV="1">
              <a:off x="6084652" y="3100689"/>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grpSp>
      <p:cxnSp>
        <p:nvCxnSpPr>
          <p:cNvPr id="76" name="Straight Arrow Connector 75">
            <a:extLst>
              <a:ext uri="{FF2B5EF4-FFF2-40B4-BE49-F238E27FC236}">
                <a16:creationId xmlns:a16="http://schemas.microsoft.com/office/drawing/2014/main" id="{6E4AA36E-7E65-61D5-7557-7FAF047B5504}"/>
              </a:ext>
            </a:extLst>
          </p:cNvPr>
          <p:cNvCxnSpPr>
            <a:cxnSpLocks/>
          </p:cNvCxnSpPr>
          <p:nvPr/>
        </p:nvCxnSpPr>
        <p:spPr>
          <a:xfrm flipV="1">
            <a:off x="1041792" y="5188297"/>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1A05EFF-9B6A-C008-D524-DBC9614F717B}"/>
              </a:ext>
            </a:extLst>
          </p:cNvPr>
          <p:cNvCxnSpPr>
            <a:cxnSpLocks/>
          </p:cNvCxnSpPr>
          <p:nvPr/>
        </p:nvCxnSpPr>
        <p:spPr>
          <a:xfrm flipV="1">
            <a:off x="1414685" y="5190729"/>
            <a:ext cx="0" cy="166990"/>
          </a:xfrm>
          <a:prstGeom prst="straightConnector1">
            <a:avLst/>
          </a:prstGeom>
          <a:ln w="19050">
            <a:solidFill>
              <a:schemeClr val="accent2"/>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954F9492-609F-78B1-35CA-5DA44C5B662E}"/>
              </a:ext>
            </a:extLst>
          </p:cNvPr>
          <p:cNvSpPr txBox="1"/>
          <p:nvPr/>
        </p:nvSpPr>
        <p:spPr>
          <a:xfrm>
            <a:off x="2085975" y="5062754"/>
            <a:ext cx="8921930" cy="430887"/>
          </a:xfrm>
          <a:prstGeom prst="rect">
            <a:avLst/>
          </a:prstGeom>
          <a:noFill/>
        </p:spPr>
        <p:txBody>
          <a:bodyPr wrap="none" lIns="0" tIns="0" rIns="0" bIns="0" rtlCol="0" anchor="t">
            <a:spAutoFit/>
          </a:bodyPr>
          <a:lstStyle/>
          <a:p>
            <a:pPr algn="l"/>
            <a:r>
              <a:rPr lang="nl-NL" sz="1400" dirty="0">
                <a:solidFill>
                  <a:schemeClr val="tx2"/>
                </a:solidFill>
              </a:rPr>
              <a:t>Hulplijn nieuwe positie: Bewerking: VERPLAATSEN NAAR, laagnaam bijvoorbeeld R-OI-KL-VERPLAATSEN-G </a:t>
            </a:r>
          </a:p>
          <a:p>
            <a:pPr algn="l"/>
            <a:r>
              <a:rPr lang="nl-NL" sz="1400" dirty="0">
                <a:solidFill>
                  <a:schemeClr val="tx2"/>
                </a:solidFill>
              </a:rPr>
              <a:t>met LIJNSTIJL VERPLAATSENNAAR</a:t>
            </a:r>
          </a:p>
        </p:txBody>
      </p:sp>
      <p:cxnSp>
        <p:nvCxnSpPr>
          <p:cNvPr id="79" name="Connector: Elbow 34">
            <a:extLst>
              <a:ext uri="{FF2B5EF4-FFF2-40B4-BE49-F238E27FC236}">
                <a16:creationId xmlns:a16="http://schemas.microsoft.com/office/drawing/2014/main" id="{C57D2BA7-4D54-F4D9-7B80-E8B808F77A63}"/>
              </a:ext>
            </a:extLst>
          </p:cNvPr>
          <p:cNvCxnSpPr>
            <a:cxnSpLocks/>
          </p:cNvCxnSpPr>
          <p:nvPr/>
        </p:nvCxnSpPr>
        <p:spPr>
          <a:xfrm>
            <a:off x="323768" y="5701463"/>
            <a:ext cx="1543659" cy="5176"/>
          </a:xfrm>
          <a:prstGeom prst="straightConnector1">
            <a:avLst/>
          </a:prstGeom>
          <a:ln w="15875">
            <a:solidFill>
              <a:schemeClr val="accent2"/>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620CB4D3-846B-0E07-29D3-DDC295A45588}"/>
              </a:ext>
            </a:extLst>
          </p:cNvPr>
          <p:cNvSpPr txBox="1"/>
          <p:nvPr/>
        </p:nvSpPr>
        <p:spPr>
          <a:xfrm>
            <a:off x="2085975" y="5578352"/>
            <a:ext cx="9299982" cy="215444"/>
          </a:xfrm>
          <a:prstGeom prst="rect">
            <a:avLst/>
          </a:prstGeom>
          <a:noFill/>
        </p:spPr>
        <p:txBody>
          <a:bodyPr wrap="none" lIns="0" tIns="0" rIns="0" bIns="0" rtlCol="0" anchor="t">
            <a:spAutoFit/>
          </a:bodyPr>
          <a:lstStyle/>
          <a:p>
            <a:pPr algn="l"/>
            <a:r>
              <a:rPr lang="nl-NL" sz="1400" dirty="0">
                <a:solidFill>
                  <a:schemeClr val="tx2"/>
                </a:solidFill>
              </a:rPr>
              <a:t>Nieuwe ligging bestaande asset, status R, laagnaam </a:t>
            </a:r>
            <a:r>
              <a:rPr lang="nl-NL" sz="1400" dirty="0" err="1">
                <a:solidFill>
                  <a:schemeClr val="tx2"/>
                </a:solidFill>
              </a:rPr>
              <a:t>bijv</a:t>
            </a:r>
            <a:r>
              <a:rPr lang="nl-NL" sz="1400" dirty="0">
                <a:solidFill>
                  <a:schemeClr val="tx2"/>
                </a:solidFill>
              </a:rPr>
              <a:t>: R-OI-KL-ET_LS_400V_4x6Cu-G (behoudt </a:t>
            </a:r>
            <a:r>
              <a:rPr lang="nl-NL" sz="1400" dirty="0" err="1">
                <a:solidFill>
                  <a:schemeClr val="tx2"/>
                </a:solidFill>
              </a:rPr>
              <a:t>GISid</a:t>
            </a:r>
            <a:r>
              <a:rPr lang="nl-NL" sz="1400" dirty="0">
                <a:solidFill>
                  <a:schemeClr val="tx2"/>
                </a:solidFill>
              </a:rPr>
              <a:t> en </a:t>
            </a:r>
            <a:r>
              <a:rPr lang="nl-NL" sz="1400" dirty="0" err="1">
                <a:solidFill>
                  <a:schemeClr val="tx2"/>
                </a:solidFill>
              </a:rPr>
              <a:t>AssetId</a:t>
            </a:r>
            <a:r>
              <a:rPr lang="nl-NL" sz="1400" dirty="0">
                <a:solidFill>
                  <a:schemeClr val="tx2"/>
                </a:solidFill>
              </a:rPr>
              <a:t>)</a:t>
            </a:r>
          </a:p>
        </p:txBody>
      </p:sp>
      <p:cxnSp>
        <p:nvCxnSpPr>
          <p:cNvPr id="82" name="Connector: Elbow 34">
            <a:extLst>
              <a:ext uri="{FF2B5EF4-FFF2-40B4-BE49-F238E27FC236}">
                <a16:creationId xmlns:a16="http://schemas.microsoft.com/office/drawing/2014/main" id="{C620E10E-168F-A311-AF96-ADE18F6B39C3}"/>
              </a:ext>
            </a:extLst>
          </p:cNvPr>
          <p:cNvCxnSpPr>
            <a:cxnSpLocks/>
          </p:cNvCxnSpPr>
          <p:nvPr/>
        </p:nvCxnSpPr>
        <p:spPr>
          <a:xfrm>
            <a:off x="366630" y="5201820"/>
            <a:ext cx="1543659" cy="5176"/>
          </a:xfrm>
          <a:prstGeom prst="straightConnector1">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82E342A6-D193-6CB1-DB38-68E027EB052F}"/>
              </a:ext>
            </a:extLst>
          </p:cNvPr>
          <p:cNvCxnSpPr>
            <a:cxnSpLocks/>
          </p:cNvCxnSpPr>
          <p:nvPr/>
        </p:nvCxnSpPr>
        <p:spPr>
          <a:xfrm rot="5400000" flipH="1" flipV="1">
            <a:off x="5576289" y="2034603"/>
            <a:ext cx="1121709" cy="696741"/>
          </a:xfrm>
          <a:prstGeom prst="bentConnector3">
            <a:avLst>
              <a:gd name="adj1" fmla="val 93794"/>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90" name="Arc 89">
            <a:extLst>
              <a:ext uri="{FF2B5EF4-FFF2-40B4-BE49-F238E27FC236}">
                <a16:creationId xmlns:a16="http://schemas.microsoft.com/office/drawing/2014/main" id="{595B4A35-1CD6-28B2-ACE1-156686009A23}"/>
              </a:ext>
            </a:extLst>
          </p:cNvPr>
          <p:cNvSpPr/>
          <p:nvPr/>
        </p:nvSpPr>
        <p:spPr>
          <a:xfrm>
            <a:off x="195616" y="3618889"/>
            <a:ext cx="526168" cy="1154955"/>
          </a:xfrm>
          <a:prstGeom prst="arc">
            <a:avLst>
              <a:gd name="adj1" fmla="val 16306510"/>
              <a:gd name="adj2" fmla="val 237103"/>
            </a:avLst>
          </a:prstGeom>
          <a:ln w="12700">
            <a:solidFill>
              <a:schemeClr val="bg1">
                <a:lumMod val="50000"/>
              </a:schemeClr>
            </a:solidFill>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91" name="TextBox 90">
            <a:extLst>
              <a:ext uri="{FF2B5EF4-FFF2-40B4-BE49-F238E27FC236}">
                <a16:creationId xmlns:a16="http://schemas.microsoft.com/office/drawing/2014/main" id="{24520D49-16D5-0E19-A5DF-5FAF375F9870}"/>
              </a:ext>
            </a:extLst>
          </p:cNvPr>
          <p:cNvSpPr txBox="1"/>
          <p:nvPr/>
        </p:nvSpPr>
        <p:spPr>
          <a:xfrm>
            <a:off x="2085975" y="3881549"/>
            <a:ext cx="7483011" cy="215444"/>
          </a:xfrm>
          <a:prstGeom prst="rect">
            <a:avLst/>
          </a:prstGeom>
          <a:noFill/>
        </p:spPr>
        <p:txBody>
          <a:bodyPr wrap="none" lIns="0" tIns="0" rIns="0" bIns="0" rtlCol="0" anchor="t">
            <a:spAutoFit/>
          </a:bodyPr>
          <a:lstStyle/>
          <a:p>
            <a:pPr algn="l"/>
            <a:r>
              <a:rPr lang="nl-NL" sz="1400" dirty="0">
                <a:solidFill>
                  <a:schemeClr val="tx2"/>
                </a:solidFill>
              </a:rPr>
              <a:t>Optioneel: hulppijl die richting van de verplaatsing aangeeft X-XX-AL-PIJL VERPLAATSING-G</a:t>
            </a:r>
          </a:p>
        </p:txBody>
      </p:sp>
      <p:cxnSp>
        <p:nvCxnSpPr>
          <p:cNvPr id="2" name="Connector: Elbow 34">
            <a:extLst>
              <a:ext uri="{FF2B5EF4-FFF2-40B4-BE49-F238E27FC236}">
                <a16:creationId xmlns:a16="http://schemas.microsoft.com/office/drawing/2014/main" id="{C536D391-467B-BF81-45A8-2F168015F82F}"/>
              </a:ext>
            </a:extLst>
          </p:cNvPr>
          <p:cNvCxnSpPr>
            <a:cxnSpLocks/>
          </p:cNvCxnSpPr>
          <p:nvPr/>
        </p:nvCxnSpPr>
        <p:spPr>
          <a:xfrm>
            <a:off x="8237859" y="2923075"/>
            <a:ext cx="2987195" cy="0"/>
          </a:xfrm>
          <a:prstGeom prst="straightConnector1">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43972834-125B-8097-28C5-BDA691C393F1}"/>
              </a:ext>
            </a:extLst>
          </p:cNvPr>
          <p:cNvSpPr txBox="1">
            <a:spLocks/>
          </p:cNvSpPr>
          <p:nvPr/>
        </p:nvSpPr>
        <p:spPr>
          <a:xfrm>
            <a:off x="467789" y="5970868"/>
            <a:ext cx="244462" cy="230238"/>
          </a:xfrm>
          <a:prstGeom prst="rect">
            <a:avLst/>
          </a:prstGeom>
        </p:spPr>
        <p:txBody>
          <a:bodyPr vert="horz" lIns="0" tIns="0" rIns="0" bIns="0" rtlCol="0" anchor="ctr">
            <a:noAutofit/>
          </a:bodyPr>
          <a:lstStyle>
            <a:defPPr>
              <a:defRPr lang="nl-NL"/>
            </a:defPPr>
            <a:lvl1pPr marL="0" algn="l" defTabSz="914400" rtl="0" eaLnBrk="1" latinLnBrk="0" hangingPunct="1">
              <a:defRPr sz="9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B2A88A-B7BD-41B1-9FCB-9BE633251ACA}" type="slidenum">
              <a:rPr lang="nl-NL" smtClean="0"/>
              <a:pPr/>
              <a:t>35</a:t>
            </a:fld>
            <a:endParaRPr lang="nl-NL"/>
          </a:p>
        </p:txBody>
      </p:sp>
      <p:cxnSp>
        <p:nvCxnSpPr>
          <p:cNvPr id="8" name="Connector: Elbow 34">
            <a:extLst>
              <a:ext uri="{FF2B5EF4-FFF2-40B4-BE49-F238E27FC236}">
                <a16:creationId xmlns:a16="http://schemas.microsoft.com/office/drawing/2014/main" id="{FE19BBDC-47EB-8889-2C97-0535D1927013}"/>
              </a:ext>
            </a:extLst>
          </p:cNvPr>
          <p:cNvCxnSpPr>
            <a:cxnSpLocks/>
          </p:cNvCxnSpPr>
          <p:nvPr/>
        </p:nvCxnSpPr>
        <p:spPr>
          <a:xfrm>
            <a:off x="311315" y="6195930"/>
            <a:ext cx="1543659" cy="5176"/>
          </a:xfrm>
          <a:prstGeom prst="straightConnector1">
            <a:avLst/>
          </a:prstGeom>
          <a:ln w="15875">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D098521-0137-3A72-5F2D-C1282446882D}"/>
              </a:ext>
            </a:extLst>
          </p:cNvPr>
          <p:cNvSpPr txBox="1"/>
          <p:nvPr/>
        </p:nvSpPr>
        <p:spPr>
          <a:xfrm>
            <a:off x="2073522" y="6072819"/>
            <a:ext cx="9092554" cy="215444"/>
          </a:xfrm>
          <a:prstGeom prst="rect">
            <a:avLst/>
          </a:prstGeom>
          <a:noFill/>
        </p:spPr>
        <p:txBody>
          <a:bodyPr wrap="none" lIns="0" tIns="0" rIns="0" bIns="0" rtlCol="0" anchor="t">
            <a:spAutoFit/>
          </a:bodyPr>
          <a:lstStyle/>
          <a:p>
            <a:pPr algn="l"/>
            <a:r>
              <a:rPr lang="nl-NL" sz="1400" dirty="0">
                <a:solidFill>
                  <a:schemeClr val="tx2"/>
                </a:solidFill>
              </a:rPr>
              <a:t>Oude ligging bestaande asset, status B, laagnaam </a:t>
            </a:r>
            <a:r>
              <a:rPr lang="nl-NL" sz="1400" dirty="0" err="1">
                <a:solidFill>
                  <a:schemeClr val="tx2"/>
                </a:solidFill>
              </a:rPr>
              <a:t>bijv</a:t>
            </a:r>
            <a:r>
              <a:rPr lang="nl-NL" sz="1400" dirty="0">
                <a:solidFill>
                  <a:schemeClr val="tx2"/>
                </a:solidFill>
              </a:rPr>
              <a:t>: B-OI-KL-ET_LS_400V_4x6Cu-G (behoudt </a:t>
            </a:r>
            <a:r>
              <a:rPr lang="nl-NL" sz="1400" dirty="0" err="1">
                <a:solidFill>
                  <a:schemeClr val="tx2"/>
                </a:solidFill>
              </a:rPr>
              <a:t>GISid</a:t>
            </a:r>
            <a:r>
              <a:rPr lang="nl-NL" sz="1400" dirty="0">
                <a:solidFill>
                  <a:schemeClr val="tx2"/>
                </a:solidFill>
              </a:rPr>
              <a:t> en </a:t>
            </a:r>
            <a:r>
              <a:rPr lang="nl-NL" sz="1400" dirty="0" err="1">
                <a:solidFill>
                  <a:schemeClr val="tx2"/>
                </a:solidFill>
              </a:rPr>
              <a:t>AssetId</a:t>
            </a:r>
            <a:r>
              <a:rPr lang="nl-NL" sz="1400" dirty="0">
                <a:solidFill>
                  <a:schemeClr val="tx2"/>
                </a:solidFill>
              </a:rPr>
              <a:t>)</a:t>
            </a:r>
          </a:p>
        </p:txBody>
      </p:sp>
      <p:sp>
        <p:nvSpPr>
          <p:cNvPr id="18" name="TextBox 17">
            <a:extLst>
              <a:ext uri="{FF2B5EF4-FFF2-40B4-BE49-F238E27FC236}">
                <a16:creationId xmlns:a16="http://schemas.microsoft.com/office/drawing/2014/main" id="{04396A06-32F1-5A42-8ECF-D4CBE3E7D1A2}"/>
              </a:ext>
            </a:extLst>
          </p:cNvPr>
          <p:cNvSpPr txBox="1"/>
          <p:nvPr/>
        </p:nvSpPr>
        <p:spPr>
          <a:xfrm>
            <a:off x="323768" y="6441044"/>
            <a:ext cx="10078849" cy="215444"/>
          </a:xfrm>
          <a:prstGeom prst="rect">
            <a:avLst/>
          </a:prstGeom>
          <a:noFill/>
        </p:spPr>
        <p:txBody>
          <a:bodyPr wrap="none" lIns="0" tIns="0" rIns="0" bIns="0" rtlCol="0" anchor="t">
            <a:spAutoFit/>
          </a:bodyPr>
          <a:lstStyle/>
          <a:p>
            <a:pPr algn="l"/>
            <a:r>
              <a:rPr lang="nl-NL" sz="1400" dirty="0">
                <a:solidFill>
                  <a:schemeClr val="tx2"/>
                </a:solidFill>
              </a:rPr>
              <a:t>Om het tekenen te vereenvoudigen zal een hulpfunctie nodig zijn die deze combinatie van objecten correct tekent/aanmaakt</a:t>
            </a:r>
          </a:p>
        </p:txBody>
      </p:sp>
      <p:sp>
        <p:nvSpPr>
          <p:cNvPr id="19" name="TextBox 18">
            <a:extLst>
              <a:ext uri="{FF2B5EF4-FFF2-40B4-BE49-F238E27FC236}">
                <a16:creationId xmlns:a16="http://schemas.microsoft.com/office/drawing/2014/main" id="{646FD393-0855-B8F4-11A6-E41D4BBB212C}"/>
              </a:ext>
            </a:extLst>
          </p:cNvPr>
          <p:cNvSpPr txBox="1"/>
          <p:nvPr/>
        </p:nvSpPr>
        <p:spPr>
          <a:xfrm>
            <a:off x="2085975" y="3367882"/>
            <a:ext cx="7333226" cy="215444"/>
          </a:xfrm>
          <a:prstGeom prst="rect">
            <a:avLst/>
          </a:prstGeom>
          <a:noFill/>
        </p:spPr>
        <p:txBody>
          <a:bodyPr wrap="none" lIns="0" tIns="0" rIns="0" bIns="0" rtlCol="0" anchor="t">
            <a:spAutoFit/>
          </a:bodyPr>
          <a:lstStyle/>
          <a:p>
            <a:pPr algn="l"/>
            <a:r>
              <a:rPr lang="nl-NL" sz="1400" dirty="0" err="1">
                <a:solidFill>
                  <a:schemeClr val="tx2"/>
                </a:solidFill>
              </a:rPr>
              <a:t>N.b.</a:t>
            </a:r>
            <a:r>
              <a:rPr lang="nl-NL" sz="1400" dirty="0">
                <a:solidFill>
                  <a:schemeClr val="tx2"/>
                </a:solidFill>
              </a:rPr>
              <a:t>: hulplijnen hebben geen XML-gegevens en zijn dus niet in het XML bestand aanwezig.</a:t>
            </a:r>
          </a:p>
        </p:txBody>
      </p:sp>
      <p:cxnSp>
        <p:nvCxnSpPr>
          <p:cNvPr id="21" name="Connector: Elbow 34">
            <a:extLst>
              <a:ext uri="{FF2B5EF4-FFF2-40B4-BE49-F238E27FC236}">
                <a16:creationId xmlns:a16="http://schemas.microsoft.com/office/drawing/2014/main" id="{170A8FAF-97D4-5534-ADE8-3DEB33DA846F}"/>
              </a:ext>
            </a:extLst>
          </p:cNvPr>
          <p:cNvCxnSpPr>
            <a:cxnSpLocks/>
          </p:cNvCxnSpPr>
          <p:nvPr/>
        </p:nvCxnSpPr>
        <p:spPr>
          <a:xfrm>
            <a:off x="4309556" y="2966437"/>
            <a:ext cx="2987195" cy="0"/>
          </a:xfrm>
          <a:prstGeom prst="straightConnector1">
            <a:avLst/>
          </a:prstGeom>
          <a:ln w="25400">
            <a:solidFill>
              <a:schemeClr val="accent2"/>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327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FE36835-BB61-BB91-A455-C1CE5333FE3D}"/>
              </a:ext>
            </a:extLst>
          </p:cNvPr>
          <p:cNvSpPr>
            <a:spLocks noGrp="1"/>
          </p:cNvSpPr>
          <p:nvPr>
            <p:ph type="body" orient="vert" idx="1"/>
          </p:nvPr>
        </p:nvSpPr>
        <p:spPr/>
        <p:txBody>
          <a:bodyPr/>
          <a:lstStyle/>
          <a:p>
            <a:r>
              <a:rPr lang="nl-NL" dirty="0" err="1"/>
              <a:t>Plantopo</a:t>
            </a:r>
            <a:r>
              <a:rPr lang="nl-NL" dirty="0"/>
              <a:t> maakt geen deel uit van het model</a:t>
            </a:r>
          </a:p>
          <a:p>
            <a:r>
              <a:rPr lang="nl-NL" dirty="0" err="1"/>
              <a:t>Plantopo</a:t>
            </a:r>
            <a:r>
              <a:rPr lang="nl-NL" dirty="0"/>
              <a:t> is wel een noodzakelijk bijlage/onderlegger bij reconstructies van de buitenruimte</a:t>
            </a:r>
          </a:p>
          <a:p>
            <a:r>
              <a:rPr lang="nl-NL" dirty="0"/>
              <a:t>Soms leveren aannemers correcties op </a:t>
            </a:r>
            <a:r>
              <a:rPr lang="nl-NL" dirty="0" err="1"/>
              <a:t>plantopo</a:t>
            </a:r>
            <a:endParaRPr lang="nl-NL"/>
          </a:p>
          <a:p>
            <a:endParaRPr lang="nl-NL"/>
          </a:p>
        </p:txBody>
      </p:sp>
      <p:sp>
        <p:nvSpPr>
          <p:cNvPr id="3" name="Title 2">
            <a:extLst>
              <a:ext uri="{FF2B5EF4-FFF2-40B4-BE49-F238E27FC236}">
                <a16:creationId xmlns:a16="http://schemas.microsoft.com/office/drawing/2014/main" id="{BD22ED47-2B28-3801-255D-FFBFDE39D6E1}"/>
              </a:ext>
            </a:extLst>
          </p:cNvPr>
          <p:cNvSpPr>
            <a:spLocks noGrp="1"/>
          </p:cNvSpPr>
          <p:nvPr>
            <p:ph type="title"/>
          </p:nvPr>
        </p:nvSpPr>
        <p:spPr/>
        <p:txBody>
          <a:bodyPr/>
          <a:lstStyle/>
          <a:p>
            <a:r>
              <a:rPr lang="nl-NL" dirty="0" err="1"/>
              <a:t>Plantopo</a:t>
            </a:r>
            <a:endParaRPr lang="nl-NL" dirty="0"/>
          </a:p>
        </p:txBody>
      </p:sp>
      <p:sp>
        <p:nvSpPr>
          <p:cNvPr id="4" name="Text Placeholder 3">
            <a:extLst>
              <a:ext uri="{FF2B5EF4-FFF2-40B4-BE49-F238E27FC236}">
                <a16:creationId xmlns:a16="http://schemas.microsoft.com/office/drawing/2014/main" id="{7FBA4453-D38B-635A-2644-BFFC35B07C9E}"/>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C1757CC9-5D3C-26C5-3E7C-39115ADBE7C8}"/>
              </a:ext>
            </a:extLst>
          </p:cNvPr>
          <p:cNvSpPr>
            <a:spLocks noGrp="1"/>
          </p:cNvSpPr>
          <p:nvPr>
            <p:ph type="sldNum" sz="quarter" idx="12"/>
          </p:nvPr>
        </p:nvSpPr>
        <p:spPr/>
        <p:txBody>
          <a:bodyPr/>
          <a:lstStyle/>
          <a:p>
            <a:fld id="{55B2A88A-B7BD-41B1-9FCB-9BE633251ACA}" type="slidenum">
              <a:rPr lang="nl-NL" noProof="0" smtClean="0"/>
              <a:t>36</a:t>
            </a:fld>
            <a:endParaRPr lang="nl-NL" noProof="0"/>
          </a:p>
        </p:txBody>
      </p:sp>
    </p:spTree>
    <p:extLst>
      <p:ext uri="{BB962C8B-B14F-4D97-AF65-F5344CB8AC3E}">
        <p14:creationId xmlns:p14="http://schemas.microsoft.com/office/powerpoint/2010/main" val="1837668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DD284798-A4FD-1946-956D-C0DB925AFBA9}"/>
              </a:ext>
            </a:extLst>
          </p:cNvPr>
          <p:cNvSpPr>
            <a:spLocks noGrp="1"/>
          </p:cNvSpPr>
          <p:nvPr>
            <p:ph type="body" orient="vert" idx="1"/>
          </p:nvPr>
        </p:nvSpPr>
        <p:spPr/>
        <p:txBody>
          <a:bodyPr/>
          <a:lstStyle/>
          <a:p>
            <a:r>
              <a:rPr lang="nl-NL" dirty="0"/>
              <a:t>Niet alle attributen van de aansluiting zijn nu gemodelleerd, omdat deze nu via DSP worden uitgewisseld.</a:t>
            </a:r>
          </a:p>
        </p:txBody>
      </p:sp>
      <p:sp>
        <p:nvSpPr>
          <p:cNvPr id="3" name="Title 2">
            <a:extLst>
              <a:ext uri="{FF2B5EF4-FFF2-40B4-BE49-F238E27FC236}">
                <a16:creationId xmlns:a16="http://schemas.microsoft.com/office/drawing/2014/main" id="{E93A3439-6A25-3E9E-FCEB-8F8EB4F21030}"/>
              </a:ext>
            </a:extLst>
          </p:cNvPr>
          <p:cNvSpPr>
            <a:spLocks noGrp="1"/>
          </p:cNvSpPr>
          <p:nvPr>
            <p:ph type="title"/>
          </p:nvPr>
        </p:nvSpPr>
        <p:spPr/>
        <p:txBody>
          <a:bodyPr/>
          <a:lstStyle/>
          <a:p>
            <a:r>
              <a:rPr lang="nl-NL" dirty="0"/>
              <a:t>Modellering van de aansluiting</a:t>
            </a:r>
          </a:p>
        </p:txBody>
      </p:sp>
      <p:sp>
        <p:nvSpPr>
          <p:cNvPr id="4" name="Text Placeholder 3">
            <a:extLst>
              <a:ext uri="{FF2B5EF4-FFF2-40B4-BE49-F238E27FC236}">
                <a16:creationId xmlns:a16="http://schemas.microsoft.com/office/drawing/2014/main" id="{D3D58204-826E-0B25-0C90-743CD6F0328B}"/>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097B7A5E-5E57-508C-68AE-B61DF905D4B8}"/>
              </a:ext>
            </a:extLst>
          </p:cNvPr>
          <p:cNvSpPr>
            <a:spLocks noGrp="1"/>
          </p:cNvSpPr>
          <p:nvPr>
            <p:ph type="sldNum" sz="quarter" idx="12"/>
          </p:nvPr>
        </p:nvSpPr>
        <p:spPr/>
        <p:txBody>
          <a:bodyPr/>
          <a:lstStyle/>
          <a:p>
            <a:fld id="{55B2A88A-B7BD-41B1-9FCB-9BE633251ACA}" type="slidenum">
              <a:rPr lang="nl-NL" noProof="0" smtClean="0"/>
              <a:t>37</a:t>
            </a:fld>
            <a:endParaRPr lang="nl-NL" noProof="0"/>
          </a:p>
        </p:txBody>
      </p:sp>
    </p:spTree>
    <p:extLst>
      <p:ext uri="{BB962C8B-B14F-4D97-AF65-F5344CB8AC3E}">
        <p14:creationId xmlns:p14="http://schemas.microsoft.com/office/powerpoint/2010/main" val="1900046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686308" cy="4314379"/>
          </a:xfrm>
        </p:spPr>
        <p:txBody>
          <a:bodyPr/>
          <a:lstStyle/>
          <a:p>
            <a:r>
              <a:rPr lang="nl-NL" dirty="0"/>
              <a:t>Startsituatie: bestaand MS station met ingaande en uitgaande MS kabel</a:t>
            </a:r>
          </a:p>
          <a:p>
            <a:endParaRPr lang="nl-NL" dirty="0"/>
          </a:p>
          <a:p>
            <a:r>
              <a:rPr lang="nl-NL" dirty="0"/>
              <a:t>Toevoegen in ontwerptekening (Status NIEUW):</a:t>
            </a:r>
          </a:p>
          <a:p>
            <a:pPr marL="342900" indent="-342900">
              <a:buFont typeface="+mj-lt"/>
              <a:buAutoNum type="arabicPeriod"/>
            </a:pPr>
            <a:r>
              <a:rPr lang="nl-NL" dirty="0"/>
              <a:t>LS Kabel vanaf station met nieuw </a:t>
            </a:r>
            <a:r>
              <a:rPr lang="nl-NL" dirty="0" err="1"/>
              <a:t>verbindingnummer</a:t>
            </a:r>
            <a:r>
              <a:rPr lang="nl-NL" dirty="0"/>
              <a:t> CND1200-00</a:t>
            </a:r>
          </a:p>
          <a:p>
            <a:pPr marL="342900" indent="-342900">
              <a:buFont typeface="+mj-lt"/>
              <a:buAutoNum type="arabicPeriod"/>
            </a:pPr>
            <a:r>
              <a:rPr lang="nl-NL" dirty="0"/>
              <a:t>Aftakking op de nieuwe LS kabel, met daaraan een nieuwe kabel met </a:t>
            </a:r>
            <a:r>
              <a:rPr lang="nl-NL" dirty="0" err="1"/>
              <a:t>verbindingnummer</a:t>
            </a:r>
            <a:r>
              <a:rPr lang="nl-NL" dirty="0"/>
              <a:t> CND1200-01</a:t>
            </a:r>
          </a:p>
          <a:p>
            <a:pPr marL="342900" indent="-342900">
              <a:buFont typeface="+mj-lt"/>
              <a:buAutoNum type="arabicPeriod"/>
            </a:pPr>
            <a:r>
              <a:rPr lang="nl-NL" dirty="0"/>
              <a:t>Op het uiteinde van de nieuwe LS kabels wordt een </a:t>
            </a:r>
            <a:r>
              <a:rPr lang="nl-NL" dirty="0" err="1"/>
              <a:t>Eindmof</a:t>
            </a:r>
            <a:r>
              <a:rPr lang="nl-NL" dirty="0"/>
              <a:t> geplaatst</a:t>
            </a:r>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1: Netuitbreiding LS</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38</a:t>
            </a:fld>
            <a:endParaRPr lang="nl-NL" noProof="0"/>
          </a:p>
        </p:txBody>
      </p:sp>
      <p:pic>
        <p:nvPicPr>
          <p:cNvPr id="7" name="Picture 6">
            <a:extLst>
              <a:ext uri="{FF2B5EF4-FFF2-40B4-BE49-F238E27FC236}">
                <a16:creationId xmlns:a16="http://schemas.microsoft.com/office/drawing/2014/main" id="{9FCDC4CE-57F2-9772-F720-0D102D944802}"/>
              </a:ext>
            </a:extLst>
          </p:cNvPr>
          <p:cNvPicPr>
            <a:picLocks noChangeAspect="1"/>
          </p:cNvPicPr>
          <p:nvPr/>
        </p:nvPicPr>
        <p:blipFill>
          <a:blip r:embed="rId2"/>
          <a:stretch>
            <a:fillRect/>
          </a:stretch>
        </p:blipFill>
        <p:spPr>
          <a:xfrm>
            <a:off x="9183021" y="1605064"/>
            <a:ext cx="2795512" cy="2115819"/>
          </a:xfrm>
          <a:prstGeom prst="rect">
            <a:avLst/>
          </a:prstGeom>
        </p:spPr>
      </p:pic>
      <p:sp>
        <p:nvSpPr>
          <p:cNvPr id="8" name="Rectangle 7">
            <a:extLst>
              <a:ext uri="{FF2B5EF4-FFF2-40B4-BE49-F238E27FC236}">
                <a16:creationId xmlns:a16="http://schemas.microsoft.com/office/drawing/2014/main" id="{0A708B11-0BBF-C1A9-95CD-741F7B6E67BD}"/>
              </a:ext>
            </a:extLst>
          </p:cNvPr>
          <p:cNvSpPr/>
          <p:nvPr/>
        </p:nvSpPr>
        <p:spPr>
          <a:xfrm>
            <a:off x="9426102" y="4533089"/>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 name="Straight Connector 9">
            <a:extLst>
              <a:ext uri="{FF2B5EF4-FFF2-40B4-BE49-F238E27FC236}">
                <a16:creationId xmlns:a16="http://schemas.microsoft.com/office/drawing/2014/main" id="{82B8408C-80DE-E8C0-C1D1-53983494142E}"/>
              </a:ext>
            </a:extLst>
          </p:cNvPr>
          <p:cNvCxnSpPr>
            <a:cxnSpLocks/>
          </p:cNvCxnSpPr>
          <p:nvPr/>
        </p:nvCxnSpPr>
        <p:spPr>
          <a:xfrm>
            <a:off x="8851857" y="5437762"/>
            <a:ext cx="669938"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A3685E1-D6EC-026B-3363-78CACBAAED10}"/>
              </a:ext>
            </a:extLst>
          </p:cNvPr>
          <p:cNvCxnSpPr>
            <a:cxnSpLocks/>
          </p:cNvCxnSpPr>
          <p:nvPr/>
        </p:nvCxnSpPr>
        <p:spPr>
          <a:xfrm>
            <a:off x="9521795" y="4990289"/>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288A126-5398-3CA7-CBC6-F9F4489BE2F0}"/>
              </a:ext>
            </a:extLst>
          </p:cNvPr>
          <p:cNvCxnSpPr>
            <a:cxnSpLocks/>
          </p:cNvCxnSpPr>
          <p:nvPr/>
        </p:nvCxnSpPr>
        <p:spPr>
          <a:xfrm>
            <a:off x="9794909" y="4990289"/>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AB3883-8FB1-B76A-7054-CDF902C342BF}"/>
              </a:ext>
            </a:extLst>
          </p:cNvPr>
          <p:cNvCxnSpPr>
            <a:cxnSpLocks/>
          </p:cNvCxnSpPr>
          <p:nvPr/>
        </p:nvCxnSpPr>
        <p:spPr>
          <a:xfrm>
            <a:off x="9794909" y="5437762"/>
            <a:ext cx="669938"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8509DB-4087-503B-E0B4-A359B7BE4200}"/>
              </a:ext>
            </a:extLst>
          </p:cNvPr>
          <p:cNvCxnSpPr>
            <a:cxnSpLocks/>
            <a:stCxn id="8" idx="3"/>
          </p:cNvCxnSpPr>
          <p:nvPr/>
        </p:nvCxnSpPr>
        <p:spPr>
          <a:xfrm>
            <a:off x="9883302" y="4761689"/>
            <a:ext cx="2095231" cy="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406971-37B5-7D5F-2BE0-D277AF424610}"/>
              </a:ext>
            </a:extLst>
          </p:cNvPr>
          <p:cNvCxnSpPr>
            <a:cxnSpLocks/>
          </p:cNvCxnSpPr>
          <p:nvPr/>
        </p:nvCxnSpPr>
        <p:spPr>
          <a:xfrm flipV="1">
            <a:off x="10464847" y="4183626"/>
            <a:ext cx="0" cy="578063"/>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6AD235-904A-3013-377F-79B3E7926BC5}"/>
              </a:ext>
            </a:extLst>
          </p:cNvPr>
          <p:cNvCxnSpPr>
            <a:cxnSpLocks/>
          </p:cNvCxnSpPr>
          <p:nvPr/>
        </p:nvCxnSpPr>
        <p:spPr>
          <a:xfrm flipV="1">
            <a:off x="10464847" y="4168356"/>
            <a:ext cx="1513686" cy="1527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A6394BD-456B-37B4-F3DB-1C620F4AFC36}"/>
              </a:ext>
            </a:extLst>
          </p:cNvPr>
          <p:cNvSpPr/>
          <p:nvPr/>
        </p:nvSpPr>
        <p:spPr>
          <a:xfrm>
            <a:off x="10433558" y="4727839"/>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6" name="TextBox 25">
            <a:extLst>
              <a:ext uri="{FF2B5EF4-FFF2-40B4-BE49-F238E27FC236}">
                <a16:creationId xmlns:a16="http://schemas.microsoft.com/office/drawing/2014/main" id="{66FE0A3C-34D1-4B74-B433-CE2E3DF74F9E}"/>
              </a:ext>
            </a:extLst>
          </p:cNvPr>
          <p:cNvSpPr txBox="1"/>
          <p:nvPr/>
        </p:nvSpPr>
        <p:spPr>
          <a:xfrm>
            <a:off x="9056322" y="5237002"/>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MS</a:t>
            </a:r>
          </a:p>
        </p:txBody>
      </p:sp>
      <p:sp>
        <p:nvSpPr>
          <p:cNvPr id="27" name="TextBox 26">
            <a:extLst>
              <a:ext uri="{FF2B5EF4-FFF2-40B4-BE49-F238E27FC236}">
                <a16:creationId xmlns:a16="http://schemas.microsoft.com/office/drawing/2014/main" id="{4AC34D66-D40D-D1C5-92FF-C742CDD6643B}"/>
              </a:ext>
            </a:extLst>
          </p:cNvPr>
          <p:cNvSpPr txBox="1"/>
          <p:nvPr/>
        </p:nvSpPr>
        <p:spPr>
          <a:xfrm>
            <a:off x="10056447" y="5246527"/>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MS</a:t>
            </a:r>
          </a:p>
        </p:txBody>
      </p:sp>
      <p:sp>
        <p:nvSpPr>
          <p:cNvPr id="28" name="TextBox 27">
            <a:extLst>
              <a:ext uri="{FF2B5EF4-FFF2-40B4-BE49-F238E27FC236}">
                <a16:creationId xmlns:a16="http://schemas.microsoft.com/office/drawing/2014/main" id="{882BD9C8-3D52-2722-81C3-98C031A3B30A}"/>
              </a:ext>
            </a:extLst>
          </p:cNvPr>
          <p:cNvSpPr txBox="1"/>
          <p:nvPr/>
        </p:nvSpPr>
        <p:spPr>
          <a:xfrm>
            <a:off x="10775425" y="4819122"/>
            <a:ext cx="1362552"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Nieuw, CND1200-00</a:t>
            </a:r>
          </a:p>
        </p:txBody>
      </p:sp>
      <p:sp>
        <p:nvSpPr>
          <p:cNvPr id="30" name="TextBox 29">
            <a:extLst>
              <a:ext uri="{FF2B5EF4-FFF2-40B4-BE49-F238E27FC236}">
                <a16:creationId xmlns:a16="http://schemas.microsoft.com/office/drawing/2014/main" id="{B2EFF2AB-4993-6F94-EC9D-76FA6611A07F}"/>
              </a:ext>
            </a:extLst>
          </p:cNvPr>
          <p:cNvSpPr txBox="1"/>
          <p:nvPr/>
        </p:nvSpPr>
        <p:spPr>
          <a:xfrm>
            <a:off x="10775425" y="4246687"/>
            <a:ext cx="1362552"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Nieuw, CND1200-01</a:t>
            </a:r>
          </a:p>
        </p:txBody>
      </p:sp>
      <p:sp>
        <p:nvSpPr>
          <p:cNvPr id="31" name="TextBox 30">
            <a:extLst>
              <a:ext uri="{FF2B5EF4-FFF2-40B4-BE49-F238E27FC236}">
                <a16:creationId xmlns:a16="http://schemas.microsoft.com/office/drawing/2014/main" id="{A76B4563-E75C-FDD1-0081-5333041CBCC4}"/>
              </a:ext>
            </a:extLst>
          </p:cNvPr>
          <p:cNvSpPr txBox="1"/>
          <p:nvPr/>
        </p:nvSpPr>
        <p:spPr>
          <a:xfrm>
            <a:off x="10354465" y="4819122"/>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AM</a:t>
            </a:r>
          </a:p>
        </p:txBody>
      </p:sp>
      <p:sp>
        <p:nvSpPr>
          <p:cNvPr id="32" name="Oval 31">
            <a:extLst>
              <a:ext uri="{FF2B5EF4-FFF2-40B4-BE49-F238E27FC236}">
                <a16:creationId xmlns:a16="http://schemas.microsoft.com/office/drawing/2014/main" id="{3D20E278-DC88-8034-B976-D61284D367DE}"/>
              </a:ext>
            </a:extLst>
          </p:cNvPr>
          <p:cNvSpPr/>
          <p:nvPr/>
        </p:nvSpPr>
        <p:spPr>
          <a:xfrm>
            <a:off x="11990827" y="4143048"/>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33" name="TextBox 32">
            <a:extLst>
              <a:ext uri="{FF2B5EF4-FFF2-40B4-BE49-F238E27FC236}">
                <a16:creationId xmlns:a16="http://schemas.microsoft.com/office/drawing/2014/main" id="{363287FB-6809-2EC0-C9B9-CF3FB79246D2}"/>
              </a:ext>
            </a:extLst>
          </p:cNvPr>
          <p:cNvSpPr txBox="1"/>
          <p:nvPr/>
        </p:nvSpPr>
        <p:spPr>
          <a:xfrm>
            <a:off x="11925936" y="3951407"/>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34" name="Oval 33">
            <a:extLst>
              <a:ext uri="{FF2B5EF4-FFF2-40B4-BE49-F238E27FC236}">
                <a16:creationId xmlns:a16="http://schemas.microsoft.com/office/drawing/2014/main" id="{5EF9211C-C813-2A0B-935D-B27A85344953}"/>
              </a:ext>
            </a:extLst>
          </p:cNvPr>
          <p:cNvSpPr/>
          <p:nvPr/>
        </p:nvSpPr>
        <p:spPr>
          <a:xfrm>
            <a:off x="11975587" y="4737408"/>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35" name="TextBox 34">
            <a:extLst>
              <a:ext uri="{FF2B5EF4-FFF2-40B4-BE49-F238E27FC236}">
                <a16:creationId xmlns:a16="http://schemas.microsoft.com/office/drawing/2014/main" id="{8B810937-CA77-6908-045D-F084BA38DF4E}"/>
              </a:ext>
            </a:extLst>
          </p:cNvPr>
          <p:cNvSpPr txBox="1"/>
          <p:nvPr/>
        </p:nvSpPr>
        <p:spPr>
          <a:xfrm>
            <a:off x="11910696" y="4545767"/>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cxnSp>
        <p:nvCxnSpPr>
          <p:cNvPr id="6" name="Straight Connector 5">
            <a:extLst>
              <a:ext uri="{FF2B5EF4-FFF2-40B4-BE49-F238E27FC236}">
                <a16:creationId xmlns:a16="http://schemas.microsoft.com/office/drawing/2014/main" id="{FF9D4B04-33A6-5D78-C075-DE24FEAF17A9}"/>
              </a:ext>
            </a:extLst>
          </p:cNvPr>
          <p:cNvCxnSpPr>
            <a:cxnSpLocks/>
          </p:cNvCxnSpPr>
          <p:nvPr/>
        </p:nvCxnSpPr>
        <p:spPr>
          <a:xfrm>
            <a:off x="5388628" y="5989602"/>
            <a:ext cx="423647" cy="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7EA606C-1FE4-933F-C158-2AE24CB1BFC0}"/>
              </a:ext>
            </a:extLst>
          </p:cNvPr>
          <p:cNvSpPr txBox="1"/>
          <p:nvPr/>
        </p:nvSpPr>
        <p:spPr>
          <a:xfrm>
            <a:off x="5862722" y="5884090"/>
            <a:ext cx="585097" cy="246221"/>
          </a:xfrm>
          <a:prstGeom prst="rect">
            <a:avLst/>
          </a:prstGeom>
          <a:noFill/>
        </p:spPr>
        <p:txBody>
          <a:bodyPr wrap="none" lIns="0" tIns="0" rIns="0" bIns="0" rtlCol="0" anchor="t">
            <a:spAutoFit/>
          </a:bodyPr>
          <a:lstStyle/>
          <a:p>
            <a:pPr algn="l"/>
            <a:r>
              <a:rPr lang="nl-NL" sz="1600" dirty="0">
                <a:solidFill>
                  <a:schemeClr val="tx2"/>
                </a:solidFill>
              </a:rPr>
              <a:t>Nieuw</a:t>
            </a:r>
          </a:p>
        </p:txBody>
      </p:sp>
      <p:cxnSp>
        <p:nvCxnSpPr>
          <p:cNvPr id="14" name="Straight Connector 13">
            <a:extLst>
              <a:ext uri="{FF2B5EF4-FFF2-40B4-BE49-F238E27FC236}">
                <a16:creationId xmlns:a16="http://schemas.microsoft.com/office/drawing/2014/main" id="{A8C8D2E8-0A9B-3ECC-FA61-17D03876DEE7}"/>
              </a:ext>
            </a:extLst>
          </p:cNvPr>
          <p:cNvCxnSpPr>
            <a:cxnSpLocks/>
          </p:cNvCxnSpPr>
          <p:nvPr/>
        </p:nvCxnSpPr>
        <p:spPr>
          <a:xfrm>
            <a:off x="5388627" y="5718848"/>
            <a:ext cx="423647" cy="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B3C797C-7776-F8DC-E665-9B8ECBDA7B85}"/>
              </a:ext>
            </a:extLst>
          </p:cNvPr>
          <p:cNvSpPr txBox="1"/>
          <p:nvPr/>
        </p:nvSpPr>
        <p:spPr>
          <a:xfrm>
            <a:off x="5862722" y="5595737"/>
            <a:ext cx="846386" cy="246221"/>
          </a:xfrm>
          <a:prstGeom prst="rect">
            <a:avLst/>
          </a:prstGeom>
          <a:noFill/>
        </p:spPr>
        <p:txBody>
          <a:bodyPr wrap="none" lIns="0" tIns="0" rIns="0" bIns="0" rtlCol="0" anchor="t">
            <a:spAutoFit/>
          </a:bodyPr>
          <a:lstStyle/>
          <a:p>
            <a:pPr algn="l"/>
            <a:r>
              <a:rPr lang="nl-NL" sz="1600" dirty="0">
                <a:solidFill>
                  <a:schemeClr val="tx2"/>
                </a:solidFill>
              </a:rPr>
              <a:t>Bestaand</a:t>
            </a:r>
          </a:p>
        </p:txBody>
      </p:sp>
      <p:cxnSp>
        <p:nvCxnSpPr>
          <p:cNvPr id="19" name="Straight Connector 18">
            <a:extLst>
              <a:ext uri="{FF2B5EF4-FFF2-40B4-BE49-F238E27FC236}">
                <a16:creationId xmlns:a16="http://schemas.microsoft.com/office/drawing/2014/main" id="{B54032EF-9488-18EC-9250-D510E8074407}"/>
              </a:ext>
            </a:extLst>
          </p:cNvPr>
          <p:cNvCxnSpPr>
            <a:cxnSpLocks/>
          </p:cNvCxnSpPr>
          <p:nvPr/>
        </p:nvCxnSpPr>
        <p:spPr>
          <a:xfrm>
            <a:off x="5388627" y="6224687"/>
            <a:ext cx="423647" cy="0"/>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0C279AF-B3BE-224B-6B29-BA304D9D504E}"/>
              </a:ext>
            </a:extLst>
          </p:cNvPr>
          <p:cNvSpPr txBox="1"/>
          <p:nvPr/>
        </p:nvSpPr>
        <p:spPr>
          <a:xfrm>
            <a:off x="5862722" y="6130311"/>
            <a:ext cx="845360" cy="246221"/>
          </a:xfrm>
          <a:prstGeom prst="rect">
            <a:avLst/>
          </a:prstGeom>
          <a:noFill/>
        </p:spPr>
        <p:txBody>
          <a:bodyPr wrap="none" lIns="0" tIns="0" rIns="0" bIns="0" rtlCol="0" anchor="t">
            <a:spAutoFit/>
          </a:bodyPr>
          <a:lstStyle/>
          <a:p>
            <a:pPr algn="l"/>
            <a:r>
              <a:rPr lang="nl-NL" sz="1600" dirty="0">
                <a:solidFill>
                  <a:schemeClr val="tx2"/>
                </a:solidFill>
              </a:rPr>
              <a:t>Vervallen</a:t>
            </a:r>
          </a:p>
        </p:txBody>
      </p:sp>
      <p:cxnSp>
        <p:nvCxnSpPr>
          <p:cNvPr id="23" name="Straight Connector 22">
            <a:extLst>
              <a:ext uri="{FF2B5EF4-FFF2-40B4-BE49-F238E27FC236}">
                <a16:creationId xmlns:a16="http://schemas.microsoft.com/office/drawing/2014/main" id="{8320D8B8-4FC2-80A9-68C6-F9A8D06E830C}"/>
              </a:ext>
            </a:extLst>
          </p:cNvPr>
          <p:cNvCxnSpPr>
            <a:cxnSpLocks/>
          </p:cNvCxnSpPr>
          <p:nvPr/>
        </p:nvCxnSpPr>
        <p:spPr>
          <a:xfrm>
            <a:off x="5388627" y="6479228"/>
            <a:ext cx="423647" cy="0"/>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40035C3-F5FC-41AF-E071-8261D4C7652A}"/>
              </a:ext>
            </a:extLst>
          </p:cNvPr>
          <p:cNvSpPr txBox="1"/>
          <p:nvPr/>
        </p:nvSpPr>
        <p:spPr>
          <a:xfrm>
            <a:off x="5863583" y="6376532"/>
            <a:ext cx="1583960" cy="246221"/>
          </a:xfrm>
          <a:prstGeom prst="rect">
            <a:avLst/>
          </a:prstGeom>
          <a:noFill/>
        </p:spPr>
        <p:txBody>
          <a:bodyPr wrap="none" lIns="0" tIns="0" rIns="0" bIns="0" rtlCol="0" anchor="t">
            <a:spAutoFit/>
          </a:bodyPr>
          <a:lstStyle/>
          <a:p>
            <a:pPr algn="l"/>
            <a:r>
              <a:rPr lang="nl-NL" sz="1600" dirty="0">
                <a:solidFill>
                  <a:schemeClr val="tx2"/>
                </a:solidFill>
              </a:rPr>
              <a:t>Revisie/gewijzigd</a:t>
            </a:r>
          </a:p>
        </p:txBody>
      </p:sp>
    </p:spTree>
    <p:extLst>
      <p:ext uri="{BB962C8B-B14F-4D97-AF65-F5344CB8AC3E}">
        <p14:creationId xmlns:p14="http://schemas.microsoft.com/office/powerpoint/2010/main" val="857064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686308" cy="4314379"/>
          </a:xfrm>
        </p:spPr>
        <p:txBody>
          <a:bodyPr/>
          <a:lstStyle/>
          <a:p>
            <a:r>
              <a:rPr lang="nl-NL" dirty="0"/>
              <a:t>Startsituatie: bestaand MS station met ingaande en uitgaande MS kabel</a:t>
            </a:r>
          </a:p>
          <a:p>
            <a:endParaRPr lang="nl-NL" dirty="0"/>
          </a:p>
          <a:p>
            <a:r>
              <a:rPr lang="nl-NL" dirty="0"/>
              <a:t>Toevoegen in ontwerptekening (status NIEUW):</a:t>
            </a:r>
          </a:p>
          <a:p>
            <a:pPr marL="342900" indent="-342900">
              <a:buFont typeface="+mj-lt"/>
              <a:buAutoNum type="arabicPeriod"/>
            </a:pPr>
            <a:r>
              <a:rPr lang="nl-NL" dirty="0"/>
              <a:t>LS Kabel vanaf station met nieuw </a:t>
            </a:r>
            <a:r>
              <a:rPr lang="nl-NL" dirty="0" err="1"/>
              <a:t>verbindingnummer</a:t>
            </a:r>
            <a:r>
              <a:rPr lang="nl-NL" dirty="0"/>
              <a:t> CND1300-00</a:t>
            </a:r>
          </a:p>
          <a:p>
            <a:pPr marL="342900" indent="-342900">
              <a:buFont typeface="+mj-lt"/>
              <a:buAutoNum type="arabicPeriod"/>
            </a:pPr>
            <a:r>
              <a:rPr lang="nl-NL" dirty="0"/>
              <a:t>Aan het einde van de kabel wordt een LS overdrachtspunt geplaatst met functie "Bedrijf"</a:t>
            </a:r>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2: Eigen richting LS</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39</a:t>
            </a:fld>
            <a:endParaRPr lang="nl-NL" noProof="0"/>
          </a:p>
        </p:txBody>
      </p:sp>
      <p:pic>
        <p:nvPicPr>
          <p:cNvPr id="7" name="Picture 6">
            <a:extLst>
              <a:ext uri="{FF2B5EF4-FFF2-40B4-BE49-F238E27FC236}">
                <a16:creationId xmlns:a16="http://schemas.microsoft.com/office/drawing/2014/main" id="{9FCDC4CE-57F2-9772-F720-0D102D944802}"/>
              </a:ext>
            </a:extLst>
          </p:cNvPr>
          <p:cNvPicPr>
            <a:picLocks noChangeAspect="1"/>
          </p:cNvPicPr>
          <p:nvPr/>
        </p:nvPicPr>
        <p:blipFill>
          <a:blip r:embed="rId2"/>
          <a:stretch>
            <a:fillRect/>
          </a:stretch>
        </p:blipFill>
        <p:spPr>
          <a:xfrm>
            <a:off x="9183021" y="1605064"/>
            <a:ext cx="2795512" cy="2115819"/>
          </a:xfrm>
          <a:prstGeom prst="rect">
            <a:avLst/>
          </a:prstGeom>
        </p:spPr>
      </p:pic>
      <p:sp>
        <p:nvSpPr>
          <p:cNvPr id="6" name="Rectangle 5">
            <a:extLst>
              <a:ext uri="{FF2B5EF4-FFF2-40B4-BE49-F238E27FC236}">
                <a16:creationId xmlns:a16="http://schemas.microsoft.com/office/drawing/2014/main" id="{76B8F1D6-8A2B-4C48-EB1C-F2892C0663CB}"/>
              </a:ext>
            </a:extLst>
          </p:cNvPr>
          <p:cNvSpPr/>
          <p:nvPr/>
        </p:nvSpPr>
        <p:spPr>
          <a:xfrm>
            <a:off x="9426102" y="4533089"/>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 name="Straight Connector 7">
            <a:extLst>
              <a:ext uri="{FF2B5EF4-FFF2-40B4-BE49-F238E27FC236}">
                <a16:creationId xmlns:a16="http://schemas.microsoft.com/office/drawing/2014/main" id="{D7D0E683-284C-5ACD-9D4E-AC3AB9DE00E8}"/>
              </a:ext>
            </a:extLst>
          </p:cNvPr>
          <p:cNvCxnSpPr>
            <a:cxnSpLocks/>
          </p:cNvCxnSpPr>
          <p:nvPr/>
        </p:nvCxnSpPr>
        <p:spPr>
          <a:xfrm>
            <a:off x="8851857" y="5437762"/>
            <a:ext cx="669938"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0326A0-D5EA-0D51-0601-46D9909210D3}"/>
              </a:ext>
            </a:extLst>
          </p:cNvPr>
          <p:cNvCxnSpPr>
            <a:cxnSpLocks/>
          </p:cNvCxnSpPr>
          <p:nvPr/>
        </p:nvCxnSpPr>
        <p:spPr>
          <a:xfrm>
            <a:off x="9521795" y="4990289"/>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D4C9D87-0A1C-F98C-3655-77359604B068}"/>
              </a:ext>
            </a:extLst>
          </p:cNvPr>
          <p:cNvCxnSpPr>
            <a:cxnSpLocks/>
          </p:cNvCxnSpPr>
          <p:nvPr/>
        </p:nvCxnSpPr>
        <p:spPr>
          <a:xfrm>
            <a:off x="9794909" y="4990289"/>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86D355F-B8FD-97AE-FC36-B9BAA494775C}"/>
              </a:ext>
            </a:extLst>
          </p:cNvPr>
          <p:cNvCxnSpPr>
            <a:cxnSpLocks/>
          </p:cNvCxnSpPr>
          <p:nvPr/>
        </p:nvCxnSpPr>
        <p:spPr>
          <a:xfrm>
            <a:off x="9794909" y="5437762"/>
            <a:ext cx="669938"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5845D0-8B30-0B82-A81D-10C4BBF0BAB5}"/>
              </a:ext>
            </a:extLst>
          </p:cNvPr>
          <p:cNvCxnSpPr>
            <a:cxnSpLocks/>
            <a:stCxn id="6" idx="3"/>
          </p:cNvCxnSpPr>
          <p:nvPr/>
        </p:nvCxnSpPr>
        <p:spPr>
          <a:xfrm>
            <a:off x="9883302" y="4761689"/>
            <a:ext cx="1458245" cy="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BA3319D-E152-4D1F-0641-D433743BCBCA}"/>
              </a:ext>
            </a:extLst>
          </p:cNvPr>
          <p:cNvSpPr txBox="1"/>
          <p:nvPr/>
        </p:nvSpPr>
        <p:spPr>
          <a:xfrm>
            <a:off x="9056322" y="5237002"/>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MS</a:t>
            </a:r>
          </a:p>
        </p:txBody>
      </p:sp>
      <p:sp>
        <p:nvSpPr>
          <p:cNvPr id="17" name="TextBox 16">
            <a:extLst>
              <a:ext uri="{FF2B5EF4-FFF2-40B4-BE49-F238E27FC236}">
                <a16:creationId xmlns:a16="http://schemas.microsoft.com/office/drawing/2014/main" id="{E7837582-6058-F195-FCBF-400C128958A9}"/>
              </a:ext>
            </a:extLst>
          </p:cNvPr>
          <p:cNvSpPr txBox="1"/>
          <p:nvPr/>
        </p:nvSpPr>
        <p:spPr>
          <a:xfrm>
            <a:off x="10056447" y="5246527"/>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MS</a:t>
            </a:r>
          </a:p>
        </p:txBody>
      </p:sp>
      <p:sp>
        <p:nvSpPr>
          <p:cNvPr id="18" name="TextBox 17">
            <a:extLst>
              <a:ext uri="{FF2B5EF4-FFF2-40B4-BE49-F238E27FC236}">
                <a16:creationId xmlns:a16="http://schemas.microsoft.com/office/drawing/2014/main" id="{739980CB-EB3E-1208-34BF-7352D2EAE62F}"/>
              </a:ext>
            </a:extLst>
          </p:cNvPr>
          <p:cNvSpPr txBox="1"/>
          <p:nvPr/>
        </p:nvSpPr>
        <p:spPr>
          <a:xfrm>
            <a:off x="9978995" y="4874226"/>
            <a:ext cx="1362552"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Nieuw, CND1300-00</a:t>
            </a:r>
          </a:p>
        </p:txBody>
      </p:sp>
      <p:sp>
        <p:nvSpPr>
          <p:cNvPr id="25" name="Flowchart: Decision 24">
            <a:extLst>
              <a:ext uri="{FF2B5EF4-FFF2-40B4-BE49-F238E27FC236}">
                <a16:creationId xmlns:a16="http://schemas.microsoft.com/office/drawing/2014/main" id="{C34850AD-0A36-3441-27BD-F509462CDC78}"/>
              </a:ext>
            </a:extLst>
          </p:cNvPr>
          <p:cNvSpPr/>
          <p:nvPr/>
        </p:nvSpPr>
        <p:spPr>
          <a:xfrm>
            <a:off x="11341547" y="4664314"/>
            <a:ext cx="186813" cy="194750"/>
          </a:xfrm>
          <a:prstGeom prst="flowChartDecision">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8" name="TextBox 27">
            <a:extLst>
              <a:ext uri="{FF2B5EF4-FFF2-40B4-BE49-F238E27FC236}">
                <a16:creationId xmlns:a16="http://schemas.microsoft.com/office/drawing/2014/main" id="{17367F4B-73AA-5872-CFBA-26DD17657778}"/>
              </a:ext>
            </a:extLst>
          </p:cNvPr>
          <p:cNvSpPr txBox="1"/>
          <p:nvPr/>
        </p:nvSpPr>
        <p:spPr>
          <a:xfrm>
            <a:off x="10890871" y="4464578"/>
            <a:ext cx="110447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overdrachtspunt</a:t>
            </a:r>
          </a:p>
        </p:txBody>
      </p:sp>
    </p:spTree>
    <p:extLst>
      <p:ext uri="{BB962C8B-B14F-4D97-AF65-F5344CB8AC3E}">
        <p14:creationId xmlns:p14="http://schemas.microsoft.com/office/powerpoint/2010/main" val="2421224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686308" cy="4604988"/>
          </a:xfrm>
        </p:spPr>
        <p:txBody>
          <a:bodyPr/>
          <a:lstStyle/>
          <a:p>
            <a:r>
              <a:rPr lang="nl-NL" dirty="0"/>
              <a:t>Startsituatie: bestaande LS kabel met huisaansluitingen daarop aangesloten</a:t>
            </a:r>
          </a:p>
          <a:p>
            <a:endParaRPr lang="nl-NL" dirty="0"/>
          </a:p>
          <a:p>
            <a:r>
              <a:rPr lang="nl-NL" dirty="0"/>
              <a:t>Aanpassen/toevoegen in ontwerptekening, scenario 1</a:t>
            </a:r>
          </a:p>
          <a:p>
            <a:pPr marL="342900" indent="-342900">
              <a:buFont typeface="+mj-lt"/>
              <a:buAutoNum type="arabicPeriod"/>
            </a:pPr>
            <a:r>
              <a:rPr lang="nl-NL" dirty="0"/>
              <a:t>LS Kabel wordt uitgenomen (statuswijziging naar Verwijderd) inclusief de moffen die erop zitten.</a:t>
            </a:r>
          </a:p>
          <a:p>
            <a:pPr marL="342900" indent="-342900">
              <a:buFont typeface="+mj-lt"/>
              <a:buAutoNum type="arabicPeriod"/>
            </a:pPr>
            <a:r>
              <a:rPr lang="nl-NL" dirty="0"/>
              <a:t>Er wordt een nieuwe LS distributiekabel met grotere capaciteit getekend die de bestaande kabel vervangt. De ligging is net naast de oude kabel. Deze houdt hetzelfde </a:t>
            </a:r>
            <a:r>
              <a:rPr lang="nl-NL" dirty="0" err="1"/>
              <a:t>verbindingnummer</a:t>
            </a:r>
            <a:endParaRPr lang="nl-NL" dirty="0"/>
          </a:p>
          <a:p>
            <a:pPr marL="342900" indent="-342900">
              <a:buFont typeface="+mj-lt"/>
              <a:buAutoNum type="arabicPeriod"/>
            </a:pPr>
            <a:r>
              <a:rPr lang="nl-NL" dirty="0"/>
              <a:t>De aansluitingen worden overgezet op de nieuwe LS distributie kabel: </a:t>
            </a:r>
          </a:p>
          <a:p>
            <a:pPr marL="523852" lvl="2" indent="-342900">
              <a:buFont typeface="+mj-lt"/>
              <a:buAutoNum type="arabicPeriod"/>
            </a:pPr>
            <a:r>
              <a:rPr lang="nl-NL" dirty="0"/>
              <a:t>elke aansluitkabel wordt geknipt 1 meter voor de nieuwe kabel</a:t>
            </a:r>
          </a:p>
          <a:p>
            <a:pPr marL="523852" lvl="2" indent="-342900">
              <a:buFont typeface="+mj-lt"/>
              <a:buAutoNum type="arabicPeriod"/>
            </a:pPr>
            <a:r>
              <a:rPr lang="nl-NL" dirty="0"/>
              <a:t>Het afgeknipte deel wordt op status "Verwijderd" gezet</a:t>
            </a:r>
          </a:p>
          <a:p>
            <a:pPr marL="523852" lvl="2" indent="-342900">
              <a:buFont typeface="+mj-lt"/>
              <a:buAutoNum type="arabicPeriod"/>
            </a:pPr>
            <a:r>
              <a:rPr lang="nl-NL" dirty="0"/>
              <a:t>Er wordt een nieuwe </a:t>
            </a:r>
            <a:r>
              <a:rPr lang="nl-NL" dirty="0" err="1"/>
              <a:t>verbindingsmof</a:t>
            </a:r>
            <a:r>
              <a:rPr lang="nl-NL" dirty="0"/>
              <a:t> geplaatst en een nieuw stukje LS aansluitkabel dat verbindt met de nieuwe LS distributiekabel</a:t>
            </a:r>
          </a:p>
          <a:p>
            <a:pPr marL="523852" lvl="2" indent="-342900">
              <a:buFont typeface="+mj-lt"/>
              <a:buAutoNum type="arabicPeriod"/>
            </a:pPr>
            <a:r>
              <a:rPr lang="nl-NL" dirty="0"/>
              <a:t>Het blijvende stuk aansluitkabel krijgt status R "Revisie"</a:t>
            </a:r>
          </a:p>
          <a:p>
            <a:pPr marL="342900" indent="-342900">
              <a:buFont typeface="+mj-lt"/>
              <a:buAutoNum type="arabicPeriod"/>
            </a:pPr>
            <a:endParaRPr lang="nl-NL" dirty="0"/>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3: Verzwaring LS</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40</a:t>
            </a:fld>
            <a:endParaRPr lang="nl-NL" noProof="0"/>
          </a:p>
        </p:txBody>
      </p:sp>
      <p:pic>
        <p:nvPicPr>
          <p:cNvPr id="8" name="Picture 7">
            <a:extLst>
              <a:ext uri="{FF2B5EF4-FFF2-40B4-BE49-F238E27FC236}">
                <a16:creationId xmlns:a16="http://schemas.microsoft.com/office/drawing/2014/main" id="{0132D879-17AA-83E1-3E76-B8CA11AAAAE7}"/>
              </a:ext>
            </a:extLst>
          </p:cNvPr>
          <p:cNvPicPr>
            <a:picLocks noChangeAspect="1"/>
          </p:cNvPicPr>
          <p:nvPr/>
        </p:nvPicPr>
        <p:blipFill rotWithShape="1">
          <a:blip r:embed="rId2"/>
          <a:srcRect t="43986"/>
          <a:stretch/>
        </p:blipFill>
        <p:spPr>
          <a:xfrm>
            <a:off x="9375016" y="987275"/>
            <a:ext cx="2677552" cy="1851226"/>
          </a:xfrm>
          <a:prstGeom prst="rect">
            <a:avLst/>
          </a:prstGeom>
        </p:spPr>
      </p:pic>
      <p:sp>
        <p:nvSpPr>
          <p:cNvPr id="10" name="Rectangle 9">
            <a:extLst>
              <a:ext uri="{FF2B5EF4-FFF2-40B4-BE49-F238E27FC236}">
                <a16:creationId xmlns:a16="http://schemas.microsoft.com/office/drawing/2014/main" id="{8F72C624-AE07-9472-C68E-DB23E4C4C3E4}"/>
              </a:ext>
            </a:extLst>
          </p:cNvPr>
          <p:cNvSpPr/>
          <p:nvPr/>
        </p:nvSpPr>
        <p:spPr>
          <a:xfrm>
            <a:off x="9544006" y="358314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1" name="Straight Connector 10">
            <a:extLst>
              <a:ext uri="{FF2B5EF4-FFF2-40B4-BE49-F238E27FC236}">
                <a16:creationId xmlns:a16="http://schemas.microsoft.com/office/drawing/2014/main" id="{BA93FD76-D213-1406-ECBC-905F9F3FE81E}"/>
              </a:ext>
            </a:extLst>
          </p:cNvPr>
          <p:cNvCxnSpPr>
            <a:cxnSpLocks/>
            <a:stCxn id="10" idx="3"/>
          </p:cNvCxnSpPr>
          <p:nvPr/>
        </p:nvCxnSpPr>
        <p:spPr>
          <a:xfrm flipV="1">
            <a:off x="10001206" y="3796118"/>
            <a:ext cx="1813375" cy="1563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769F84E-5E11-881E-BCB2-D59E88AD18C5}"/>
              </a:ext>
            </a:extLst>
          </p:cNvPr>
          <p:cNvSpPr txBox="1"/>
          <p:nvPr/>
        </p:nvSpPr>
        <p:spPr>
          <a:xfrm>
            <a:off x="10096899" y="3924285"/>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CND1400-00</a:t>
            </a:r>
          </a:p>
        </p:txBody>
      </p:sp>
      <p:sp>
        <p:nvSpPr>
          <p:cNvPr id="13" name="Flowchart: Decision 12">
            <a:extLst>
              <a:ext uri="{FF2B5EF4-FFF2-40B4-BE49-F238E27FC236}">
                <a16:creationId xmlns:a16="http://schemas.microsoft.com/office/drawing/2014/main" id="{DF0B8F0A-849A-602D-E634-21A3F048FEB7}"/>
              </a:ext>
            </a:extLst>
          </p:cNvPr>
          <p:cNvSpPr/>
          <p:nvPr/>
        </p:nvSpPr>
        <p:spPr>
          <a:xfrm>
            <a:off x="10263037" y="307076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5" name="Straight Connector 14">
            <a:extLst>
              <a:ext uri="{FF2B5EF4-FFF2-40B4-BE49-F238E27FC236}">
                <a16:creationId xmlns:a16="http://schemas.microsoft.com/office/drawing/2014/main" id="{3BE7DA07-E17B-F5F3-3F01-33024DD8ADD0}"/>
              </a:ext>
            </a:extLst>
          </p:cNvPr>
          <p:cNvCxnSpPr>
            <a:cxnSpLocks/>
            <a:endCxn id="13" idx="2"/>
          </p:cNvCxnSpPr>
          <p:nvPr/>
        </p:nvCxnSpPr>
        <p:spPr>
          <a:xfrm flipV="1">
            <a:off x="10356444" y="326551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Flowchart: Decision 21">
            <a:extLst>
              <a:ext uri="{FF2B5EF4-FFF2-40B4-BE49-F238E27FC236}">
                <a16:creationId xmlns:a16="http://schemas.microsoft.com/office/drawing/2014/main" id="{C178A5EF-0DF4-D5DC-293D-30F3CFB13513}"/>
              </a:ext>
            </a:extLst>
          </p:cNvPr>
          <p:cNvSpPr/>
          <p:nvPr/>
        </p:nvSpPr>
        <p:spPr>
          <a:xfrm>
            <a:off x="10682960" y="3058931"/>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23" name="Straight Connector 22">
            <a:extLst>
              <a:ext uri="{FF2B5EF4-FFF2-40B4-BE49-F238E27FC236}">
                <a16:creationId xmlns:a16="http://schemas.microsoft.com/office/drawing/2014/main" id="{49AEF437-8BFA-6B1B-2651-E988CA9254EF}"/>
              </a:ext>
            </a:extLst>
          </p:cNvPr>
          <p:cNvCxnSpPr>
            <a:cxnSpLocks/>
            <a:endCxn id="22" idx="2"/>
          </p:cNvCxnSpPr>
          <p:nvPr/>
        </p:nvCxnSpPr>
        <p:spPr>
          <a:xfrm flipV="1">
            <a:off x="10776367" y="3253681"/>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25" name="Flowchart: Decision 24">
            <a:extLst>
              <a:ext uri="{FF2B5EF4-FFF2-40B4-BE49-F238E27FC236}">
                <a16:creationId xmlns:a16="http://schemas.microsoft.com/office/drawing/2014/main" id="{1D420B88-D285-46E5-806C-53E15E1387CE}"/>
              </a:ext>
            </a:extLst>
          </p:cNvPr>
          <p:cNvSpPr/>
          <p:nvPr/>
        </p:nvSpPr>
        <p:spPr>
          <a:xfrm>
            <a:off x="11102883" y="3057034"/>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26" name="Straight Connector 25">
            <a:extLst>
              <a:ext uri="{FF2B5EF4-FFF2-40B4-BE49-F238E27FC236}">
                <a16:creationId xmlns:a16="http://schemas.microsoft.com/office/drawing/2014/main" id="{86F6F3C6-AF43-8069-E5E4-A061A9142F94}"/>
              </a:ext>
            </a:extLst>
          </p:cNvPr>
          <p:cNvCxnSpPr>
            <a:cxnSpLocks/>
            <a:endCxn id="25" idx="2"/>
          </p:cNvCxnSpPr>
          <p:nvPr/>
        </p:nvCxnSpPr>
        <p:spPr>
          <a:xfrm flipV="1">
            <a:off x="11196290" y="3251784"/>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28" name="Flowchart: Decision 27">
            <a:extLst>
              <a:ext uri="{FF2B5EF4-FFF2-40B4-BE49-F238E27FC236}">
                <a16:creationId xmlns:a16="http://schemas.microsoft.com/office/drawing/2014/main" id="{49A84429-C6E5-D4F7-F9C7-2363DFE309B7}"/>
              </a:ext>
            </a:extLst>
          </p:cNvPr>
          <p:cNvSpPr/>
          <p:nvPr/>
        </p:nvSpPr>
        <p:spPr>
          <a:xfrm>
            <a:off x="11522806" y="305513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29" name="Straight Connector 28">
            <a:extLst>
              <a:ext uri="{FF2B5EF4-FFF2-40B4-BE49-F238E27FC236}">
                <a16:creationId xmlns:a16="http://schemas.microsoft.com/office/drawing/2014/main" id="{C63045B5-F88A-DFFF-441E-F881767B5D04}"/>
              </a:ext>
            </a:extLst>
          </p:cNvPr>
          <p:cNvCxnSpPr>
            <a:cxnSpLocks/>
            <a:endCxn id="28" idx="2"/>
          </p:cNvCxnSpPr>
          <p:nvPr/>
        </p:nvCxnSpPr>
        <p:spPr>
          <a:xfrm flipV="1">
            <a:off x="11616213" y="324988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F8B4D3DB-A04D-8816-4536-646B98294DDB}"/>
              </a:ext>
            </a:extLst>
          </p:cNvPr>
          <p:cNvSpPr/>
          <p:nvPr/>
        </p:nvSpPr>
        <p:spPr>
          <a:xfrm>
            <a:off x="11783292" y="376084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32" name="TextBox 31">
            <a:extLst>
              <a:ext uri="{FF2B5EF4-FFF2-40B4-BE49-F238E27FC236}">
                <a16:creationId xmlns:a16="http://schemas.microsoft.com/office/drawing/2014/main" id="{20E3F0BF-E36E-4B27-5041-CF30186B3326}"/>
              </a:ext>
            </a:extLst>
          </p:cNvPr>
          <p:cNvSpPr txBox="1"/>
          <p:nvPr/>
        </p:nvSpPr>
        <p:spPr>
          <a:xfrm>
            <a:off x="11718401" y="3569206"/>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33" name="Rectangle 32">
            <a:extLst>
              <a:ext uri="{FF2B5EF4-FFF2-40B4-BE49-F238E27FC236}">
                <a16:creationId xmlns:a16="http://schemas.microsoft.com/office/drawing/2014/main" id="{579D8B19-F783-432A-BB21-F95C0980F129}"/>
              </a:ext>
            </a:extLst>
          </p:cNvPr>
          <p:cNvSpPr/>
          <p:nvPr/>
        </p:nvSpPr>
        <p:spPr>
          <a:xfrm>
            <a:off x="9544006" y="4872257"/>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4" name="Straight Connector 33">
            <a:extLst>
              <a:ext uri="{FF2B5EF4-FFF2-40B4-BE49-F238E27FC236}">
                <a16:creationId xmlns:a16="http://schemas.microsoft.com/office/drawing/2014/main" id="{832ABB6A-AEA2-C19B-4E2E-2F8158A74BBF}"/>
              </a:ext>
            </a:extLst>
          </p:cNvPr>
          <p:cNvCxnSpPr>
            <a:cxnSpLocks/>
            <a:stCxn id="33" idx="3"/>
          </p:cNvCxnSpPr>
          <p:nvPr/>
        </p:nvCxnSpPr>
        <p:spPr>
          <a:xfrm flipV="1">
            <a:off x="10001206" y="5085227"/>
            <a:ext cx="1813375" cy="15630"/>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DFD8E14-5A29-C5AC-4076-D000C0D18B3D}"/>
              </a:ext>
            </a:extLst>
          </p:cNvPr>
          <p:cNvSpPr txBox="1"/>
          <p:nvPr/>
        </p:nvSpPr>
        <p:spPr>
          <a:xfrm>
            <a:off x="10188497" y="5276569"/>
            <a:ext cx="1362552"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Nieuw, CND1400-00</a:t>
            </a:r>
          </a:p>
        </p:txBody>
      </p:sp>
      <p:sp>
        <p:nvSpPr>
          <p:cNvPr id="37" name="Flowchart: Decision 36">
            <a:extLst>
              <a:ext uri="{FF2B5EF4-FFF2-40B4-BE49-F238E27FC236}">
                <a16:creationId xmlns:a16="http://schemas.microsoft.com/office/drawing/2014/main" id="{246FD09F-5D53-B6BE-F58B-39D5C599A25A}"/>
              </a:ext>
            </a:extLst>
          </p:cNvPr>
          <p:cNvSpPr/>
          <p:nvPr/>
        </p:nvSpPr>
        <p:spPr>
          <a:xfrm>
            <a:off x="10263037" y="4359876"/>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8" name="Straight Connector 37">
            <a:extLst>
              <a:ext uri="{FF2B5EF4-FFF2-40B4-BE49-F238E27FC236}">
                <a16:creationId xmlns:a16="http://schemas.microsoft.com/office/drawing/2014/main" id="{1751838F-88FB-77E2-2E96-CA63E8D62C9F}"/>
              </a:ext>
            </a:extLst>
          </p:cNvPr>
          <p:cNvCxnSpPr>
            <a:cxnSpLocks/>
            <a:endCxn id="37" idx="2"/>
          </p:cNvCxnSpPr>
          <p:nvPr/>
        </p:nvCxnSpPr>
        <p:spPr>
          <a:xfrm flipV="1">
            <a:off x="10356443" y="4554626"/>
            <a:ext cx="1" cy="374976"/>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40" name="Flowchart: Decision 39">
            <a:extLst>
              <a:ext uri="{FF2B5EF4-FFF2-40B4-BE49-F238E27FC236}">
                <a16:creationId xmlns:a16="http://schemas.microsoft.com/office/drawing/2014/main" id="{A5EA896F-2B79-CEB5-482A-B955E6F3864C}"/>
              </a:ext>
            </a:extLst>
          </p:cNvPr>
          <p:cNvSpPr/>
          <p:nvPr/>
        </p:nvSpPr>
        <p:spPr>
          <a:xfrm>
            <a:off x="10682960" y="4348040"/>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3" name="Flowchart: Decision 42">
            <a:extLst>
              <a:ext uri="{FF2B5EF4-FFF2-40B4-BE49-F238E27FC236}">
                <a16:creationId xmlns:a16="http://schemas.microsoft.com/office/drawing/2014/main" id="{A5B0DD2F-6C16-AB59-4B74-D0829BDC4A2A}"/>
              </a:ext>
            </a:extLst>
          </p:cNvPr>
          <p:cNvSpPr/>
          <p:nvPr/>
        </p:nvSpPr>
        <p:spPr>
          <a:xfrm>
            <a:off x="11102883" y="4346143"/>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6" name="Flowchart: Decision 45">
            <a:extLst>
              <a:ext uri="{FF2B5EF4-FFF2-40B4-BE49-F238E27FC236}">
                <a16:creationId xmlns:a16="http://schemas.microsoft.com/office/drawing/2014/main" id="{73909F22-EDEB-3038-0542-78B9B63B5FE9}"/>
              </a:ext>
            </a:extLst>
          </p:cNvPr>
          <p:cNvSpPr/>
          <p:nvPr/>
        </p:nvSpPr>
        <p:spPr>
          <a:xfrm>
            <a:off x="11522806" y="4344246"/>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8" name="Oval 47">
            <a:extLst>
              <a:ext uri="{FF2B5EF4-FFF2-40B4-BE49-F238E27FC236}">
                <a16:creationId xmlns:a16="http://schemas.microsoft.com/office/drawing/2014/main" id="{E337512E-B0F5-FFED-B1C5-8794C9C0AD1E}"/>
              </a:ext>
            </a:extLst>
          </p:cNvPr>
          <p:cNvSpPr/>
          <p:nvPr/>
        </p:nvSpPr>
        <p:spPr>
          <a:xfrm>
            <a:off x="11783292" y="5049956"/>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9" name="TextBox 48">
            <a:extLst>
              <a:ext uri="{FF2B5EF4-FFF2-40B4-BE49-F238E27FC236}">
                <a16:creationId xmlns:a16="http://schemas.microsoft.com/office/drawing/2014/main" id="{0B1919BC-4F52-783E-2706-6149C3CD5972}"/>
              </a:ext>
            </a:extLst>
          </p:cNvPr>
          <p:cNvSpPr txBox="1"/>
          <p:nvPr/>
        </p:nvSpPr>
        <p:spPr>
          <a:xfrm>
            <a:off x="11885478" y="5019148"/>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cxnSp>
        <p:nvCxnSpPr>
          <p:cNvPr id="50" name="Straight Connector 49">
            <a:extLst>
              <a:ext uri="{FF2B5EF4-FFF2-40B4-BE49-F238E27FC236}">
                <a16:creationId xmlns:a16="http://schemas.microsoft.com/office/drawing/2014/main" id="{1DA7D9C1-BA04-B170-536D-FADEE375B2A5}"/>
              </a:ext>
            </a:extLst>
          </p:cNvPr>
          <p:cNvCxnSpPr>
            <a:cxnSpLocks/>
          </p:cNvCxnSpPr>
          <p:nvPr/>
        </p:nvCxnSpPr>
        <p:spPr>
          <a:xfrm flipV="1">
            <a:off x="10001205" y="5224140"/>
            <a:ext cx="1813375" cy="1563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D3C7A5F5-1249-1C8A-5C3B-FFF5BEEF5A87}"/>
              </a:ext>
            </a:extLst>
          </p:cNvPr>
          <p:cNvSpPr/>
          <p:nvPr/>
        </p:nvSpPr>
        <p:spPr>
          <a:xfrm>
            <a:off x="11800892" y="5192304"/>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2" name="TextBox 51">
            <a:extLst>
              <a:ext uri="{FF2B5EF4-FFF2-40B4-BE49-F238E27FC236}">
                <a16:creationId xmlns:a16="http://schemas.microsoft.com/office/drawing/2014/main" id="{54884837-18D2-F3DC-A664-4E2C045C4BDC}"/>
              </a:ext>
            </a:extLst>
          </p:cNvPr>
          <p:cNvSpPr txBox="1"/>
          <p:nvPr/>
        </p:nvSpPr>
        <p:spPr>
          <a:xfrm>
            <a:off x="11885478" y="5162826"/>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53" name="Oval 52">
            <a:extLst>
              <a:ext uri="{FF2B5EF4-FFF2-40B4-BE49-F238E27FC236}">
                <a16:creationId xmlns:a16="http://schemas.microsoft.com/office/drawing/2014/main" id="{83ADE9EC-A18C-B887-13E9-9F099DEC9445}"/>
              </a:ext>
            </a:extLst>
          </p:cNvPr>
          <p:cNvSpPr/>
          <p:nvPr/>
        </p:nvSpPr>
        <p:spPr>
          <a:xfrm>
            <a:off x="10263037" y="5208870"/>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4" name="Oval 53">
            <a:extLst>
              <a:ext uri="{FF2B5EF4-FFF2-40B4-BE49-F238E27FC236}">
                <a16:creationId xmlns:a16="http://schemas.microsoft.com/office/drawing/2014/main" id="{CF0FB545-07FE-CAAE-00AC-2A3E09ADBF3C}"/>
              </a:ext>
            </a:extLst>
          </p:cNvPr>
          <p:cNvSpPr/>
          <p:nvPr/>
        </p:nvSpPr>
        <p:spPr>
          <a:xfrm>
            <a:off x="10676266" y="5194931"/>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5" name="Oval 54">
            <a:extLst>
              <a:ext uri="{FF2B5EF4-FFF2-40B4-BE49-F238E27FC236}">
                <a16:creationId xmlns:a16="http://schemas.microsoft.com/office/drawing/2014/main" id="{703FD613-6100-6A53-7452-27E1C888342C}"/>
              </a:ext>
            </a:extLst>
          </p:cNvPr>
          <p:cNvSpPr/>
          <p:nvPr/>
        </p:nvSpPr>
        <p:spPr>
          <a:xfrm>
            <a:off x="11089495" y="5196232"/>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6" name="Oval 55">
            <a:extLst>
              <a:ext uri="{FF2B5EF4-FFF2-40B4-BE49-F238E27FC236}">
                <a16:creationId xmlns:a16="http://schemas.microsoft.com/office/drawing/2014/main" id="{49434B7F-385C-302F-8AA5-40DA98B312D1}"/>
              </a:ext>
            </a:extLst>
          </p:cNvPr>
          <p:cNvSpPr/>
          <p:nvPr/>
        </p:nvSpPr>
        <p:spPr>
          <a:xfrm>
            <a:off x="11502724" y="5189913"/>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3" name="Straight Connector 62">
            <a:extLst>
              <a:ext uri="{FF2B5EF4-FFF2-40B4-BE49-F238E27FC236}">
                <a16:creationId xmlns:a16="http://schemas.microsoft.com/office/drawing/2014/main" id="{C3B3A502-38B9-9EE0-DCAC-88076490921A}"/>
              </a:ext>
            </a:extLst>
          </p:cNvPr>
          <p:cNvCxnSpPr>
            <a:cxnSpLocks/>
          </p:cNvCxnSpPr>
          <p:nvPr/>
        </p:nvCxnSpPr>
        <p:spPr>
          <a:xfrm flipV="1">
            <a:off x="10356442" y="4921768"/>
            <a:ext cx="0" cy="174324"/>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DBB14412-7F2C-8B4F-7A9D-B2B1E4872B64}"/>
              </a:ext>
            </a:extLst>
          </p:cNvPr>
          <p:cNvSpPr/>
          <p:nvPr/>
        </p:nvSpPr>
        <p:spPr>
          <a:xfrm>
            <a:off x="10325153" y="4884969"/>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8" name="Connector: Elbow 67">
            <a:extLst>
              <a:ext uri="{FF2B5EF4-FFF2-40B4-BE49-F238E27FC236}">
                <a16:creationId xmlns:a16="http://schemas.microsoft.com/office/drawing/2014/main" id="{EFBA31EC-7F8D-7F8B-12CF-06347F821407}"/>
              </a:ext>
            </a:extLst>
          </p:cNvPr>
          <p:cNvCxnSpPr>
            <a:cxnSpLocks/>
            <a:stCxn id="65" idx="4"/>
            <a:endCxn id="53" idx="0"/>
          </p:cNvCxnSpPr>
          <p:nvPr/>
        </p:nvCxnSpPr>
        <p:spPr>
          <a:xfrm rot="5400000">
            <a:off x="10197283" y="5049711"/>
            <a:ext cx="256202" cy="62116"/>
          </a:xfrm>
          <a:prstGeom prst="curvedConnector3">
            <a:avLst>
              <a:gd name="adj1" fmla="val 14062"/>
            </a:avLst>
          </a:prstGeom>
          <a:ln w="158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F259C14-B83E-796B-718B-7816F58F0C97}"/>
              </a:ext>
            </a:extLst>
          </p:cNvPr>
          <p:cNvCxnSpPr>
            <a:cxnSpLocks/>
          </p:cNvCxnSpPr>
          <p:nvPr/>
        </p:nvCxnSpPr>
        <p:spPr>
          <a:xfrm flipV="1">
            <a:off x="10776366" y="4533589"/>
            <a:ext cx="1" cy="374976"/>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003A036C-86EC-85F0-9A6F-CA1F4EDE2A1E}"/>
              </a:ext>
            </a:extLst>
          </p:cNvPr>
          <p:cNvSpPr/>
          <p:nvPr/>
        </p:nvSpPr>
        <p:spPr>
          <a:xfrm>
            <a:off x="10745076" y="4863932"/>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4" name="Connector: Elbow 67">
            <a:extLst>
              <a:ext uri="{FF2B5EF4-FFF2-40B4-BE49-F238E27FC236}">
                <a16:creationId xmlns:a16="http://schemas.microsoft.com/office/drawing/2014/main" id="{1C9582A6-1D71-60CD-E526-1C5D670BCF85}"/>
              </a:ext>
            </a:extLst>
          </p:cNvPr>
          <p:cNvCxnSpPr>
            <a:cxnSpLocks/>
            <a:stCxn id="73" idx="4"/>
            <a:endCxn id="54" idx="0"/>
          </p:cNvCxnSpPr>
          <p:nvPr/>
        </p:nvCxnSpPr>
        <p:spPr>
          <a:xfrm rot="5400000">
            <a:off x="10610310" y="5028876"/>
            <a:ext cx="263300" cy="68810"/>
          </a:xfrm>
          <a:prstGeom prst="curvedConnector3">
            <a:avLst>
              <a:gd name="adj1" fmla="val 11413"/>
            </a:avLst>
          </a:prstGeom>
          <a:ln w="158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FCCC3C1-E813-7FE1-A858-82889537A2DC}"/>
              </a:ext>
            </a:extLst>
          </p:cNvPr>
          <p:cNvCxnSpPr>
            <a:cxnSpLocks/>
          </p:cNvCxnSpPr>
          <p:nvPr/>
        </p:nvCxnSpPr>
        <p:spPr>
          <a:xfrm flipV="1">
            <a:off x="10776365" y="4921768"/>
            <a:ext cx="0" cy="174324"/>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1EB2F00-D881-8BE1-5F33-615FE0149E75}"/>
              </a:ext>
            </a:extLst>
          </p:cNvPr>
          <p:cNvCxnSpPr>
            <a:cxnSpLocks/>
          </p:cNvCxnSpPr>
          <p:nvPr/>
        </p:nvCxnSpPr>
        <p:spPr>
          <a:xfrm flipV="1">
            <a:off x="11196043" y="4527637"/>
            <a:ext cx="1" cy="374976"/>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7C0B2A2E-A840-0FFD-E598-B60C35D2ACDE}"/>
              </a:ext>
            </a:extLst>
          </p:cNvPr>
          <p:cNvSpPr/>
          <p:nvPr/>
        </p:nvSpPr>
        <p:spPr>
          <a:xfrm>
            <a:off x="11164753" y="4857980"/>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2" name="Connector: Elbow 67">
            <a:extLst>
              <a:ext uri="{FF2B5EF4-FFF2-40B4-BE49-F238E27FC236}">
                <a16:creationId xmlns:a16="http://schemas.microsoft.com/office/drawing/2014/main" id="{5F3F531A-677D-70C2-E089-673E8A10611C}"/>
              </a:ext>
            </a:extLst>
          </p:cNvPr>
          <p:cNvCxnSpPr>
            <a:cxnSpLocks/>
            <a:stCxn id="81" idx="4"/>
            <a:endCxn id="55" idx="0"/>
          </p:cNvCxnSpPr>
          <p:nvPr/>
        </p:nvCxnSpPr>
        <p:spPr>
          <a:xfrm rot="5400000">
            <a:off x="11023137" y="5023326"/>
            <a:ext cx="270553" cy="75258"/>
          </a:xfrm>
          <a:prstGeom prst="curvedConnector3">
            <a:avLst>
              <a:gd name="adj1" fmla="val 12447"/>
            </a:avLst>
          </a:prstGeom>
          <a:ln w="158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C92EEF7-34D3-7A3E-8761-75BBAA87D6B1}"/>
              </a:ext>
            </a:extLst>
          </p:cNvPr>
          <p:cNvCxnSpPr>
            <a:cxnSpLocks/>
          </p:cNvCxnSpPr>
          <p:nvPr/>
        </p:nvCxnSpPr>
        <p:spPr>
          <a:xfrm flipV="1">
            <a:off x="11196042" y="4915816"/>
            <a:ext cx="0" cy="174324"/>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07E7FD0-CCF9-D964-FD49-CA662FDBD2C0}"/>
              </a:ext>
            </a:extLst>
          </p:cNvPr>
          <p:cNvCxnSpPr>
            <a:cxnSpLocks/>
          </p:cNvCxnSpPr>
          <p:nvPr/>
        </p:nvCxnSpPr>
        <p:spPr>
          <a:xfrm flipV="1">
            <a:off x="11615720" y="4521685"/>
            <a:ext cx="1" cy="374976"/>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F4DED544-A310-AD0D-BEFA-FC9CE0C52255}"/>
              </a:ext>
            </a:extLst>
          </p:cNvPr>
          <p:cNvSpPr/>
          <p:nvPr/>
        </p:nvSpPr>
        <p:spPr>
          <a:xfrm>
            <a:off x="11584430" y="4852028"/>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6" name="Connector: Elbow 67">
            <a:extLst>
              <a:ext uri="{FF2B5EF4-FFF2-40B4-BE49-F238E27FC236}">
                <a16:creationId xmlns:a16="http://schemas.microsoft.com/office/drawing/2014/main" id="{DE19D32A-8230-E6F8-885F-FCFD84F9D9DD}"/>
              </a:ext>
            </a:extLst>
          </p:cNvPr>
          <p:cNvCxnSpPr>
            <a:cxnSpLocks/>
            <a:stCxn id="85" idx="4"/>
            <a:endCxn id="56" idx="0"/>
          </p:cNvCxnSpPr>
          <p:nvPr/>
        </p:nvCxnSpPr>
        <p:spPr>
          <a:xfrm rot="5400000">
            <a:off x="11439773" y="5013967"/>
            <a:ext cx="270186" cy="81706"/>
          </a:xfrm>
          <a:prstGeom prst="curvedConnector3">
            <a:avLst>
              <a:gd name="adj1" fmla="val 15922"/>
            </a:avLst>
          </a:prstGeom>
          <a:ln w="15875">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F82AF9C-82FF-C62C-59F1-92FAEEF9183D}"/>
              </a:ext>
            </a:extLst>
          </p:cNvPr>
          <p:cNvCxnSpPr>
            <a:cxnSpLocks/>
          </p:cNvCxnSpPr>
          <p:nvPr/>
        </p:nvCxnSpPr>
        <p:spPr>
          <a:xfrm flipV="1">
            <a:off x="11615719" y="4909864"/>
            <a:ext cx="0" cy="174324"/>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E74D5F02-C8E8-D898-E876-0743046DDE41}"/>
              </a:ext>
            </a:extLst>
          </p:cNvPr>
          <p:cNvSpPr/>
          <p:nvPr/>
        </p:nvSpPr>
        <p:spPr>
          <a:xfrm>
            <a:off x="10333472" y="5074100"/>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3" name="Oval 92">
            <a:extLst>
              <a:ext uri="{FF2B5EF4-FFF2-40B4-BE49-F238E27FC236}">
                <a16:creationId xmlns:a16="http://schemas.microsoft.com/office/drawing/2014/main" id="{A1A53C93-2322-5A2A-7E65-EA81F9B5951E}"/>
              </a:ext>
            </a:extLst>
          </p:cNvPr>
          <p:cNvSpPr/>
          <p:nvPr/>
        </p:nvSpPr>
        <p:spPr>
          <a:xfrm>
            <a:off x="10746701" y="5060161"/>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4" name="Oval 93">
            <a:extLst>
              <a:ext uri="{FF2B5EF4-FFF2-40B4-BE49-F238E27FC236}">
                <a16:creationId xmlns:a16="http://schemas.microsoft.com/office/drawing/2014/main" id="{781BC7EB-1206-98AC-7BA0-4457D8B28C6A}"/>
              </a:ext>
            </a:extLst>
          </p:cNvPr>
          <p:cNvSpPr/>
          <p:nvPr/>
        </p:nvSpPr>
        <p:spPr>
          <a:xfrm>
            <a:off x="11159930" y="5061462"/>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5" name="Oval 94">
            <a:extLst>
              <a:ext uri="{FF2B5EF4-FFF2-40B4-BE49-F238E27FC236}">
                <a16:creationId xmlns:a16="http://schemas.microsoft.com/office/drawing/2014/main" id="{561D2B2C-6934-8E3A-5BA1-B525546B7E0A}"/>
              </a:ext>
            </a:extLst>
          </p:cNvPr>
          <p:cNvSpPr/>
          <p:nvPr/>
        </p:nvSpPr>
        <p:spPr>
          <a:xfrm>
            <a:off x="11573159" y="5055143"/>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6" name="Oval 95">
            <a:extLst>
              <a:ext uri="{FF2B5EF4-FFF2-40B4-BE49-F238E27FC236}">
                <a16:creationId xmlns:a16="http://schemas.microsoft.com/office/drawing/2014/main" id="{C43089EF-3FD9-7ECA-F19B-BC5BFFFFA2D5}"/>
              </a:ext>
            </a:extLst>
          </p:cNvPr>
          <p:cNvSpPr/>
          <p:nvPr/>
        </p:nvSpPr>
        <p:spPr>
          <a:xfrm>
            <a:off x="10325153" y="376926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7" name="Oval 96">
            <a:extLst>
              <a:ext uri="{FF2B5EF4-FFF2-40B4-BE49-F238E27FC236}">
                <a16:creationId xmlns:a16="http://schemas.microsoft.com/office/drawing/2014/main" id="{C7B1530A-BB9D-A3BA-5F2E-FEADC3935902}"/>
              </a:ext>
            </a:extLst>
          </p:cNvPr>
          <p:cNvSpPr/>
          <p:nvPr/>
        </p:nvSpPr>
        <p:spPr>
          <a:xfrm>
            <a:off x="10744741" y="376341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8" name="Oval 97">
            <a:extLst>
              <a:ext uri="{FF2B5EF4-FFF2-40B4-BE49-F238E27FC236}">
                <a16:creationId xmlns:a16="http://schemas.microsoft.com/office/drawing/2014/main" id="{1CEF9096-5490-38C0-4926-34C5F16D18AA}"/>
              </a:ext>
            </a:extLst>
          </p:cNvPr>
          <p:cNvSpPr/>
          <p:nvPr/>
        </p:nvSpPr>
        <p:spPr>
          <a:xfrm>
            <a:off x="11162501" y="3763414"/>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9" name="Oval 98">
            <a:extLst>
              <a:ext uri="{FF2B5EF4-FFF2-40B4-BE49-F238E27FC236}">
                <a16:creationId xmlns:a16="http://schemas.microsoft.com/office/drawing/2014/main" id="{47530E9C-9929-150F-B838-F678134428F7}"/>
              </a:ext>
            </a:extLst>
          </p:cNvPr>
          <p:cNvSpPr/>
          <p:nvPr/>
        </p:nvSpPr>
        <p:spPr>
          <a:xfrm>
            <a:off x="11590913" y="3760170"/>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00" name="TextBox 99">
            <a:extLst>
              <a:ext uri="{FF2B5EF4-FFF2-40B4-BE49-F238E27FC236}">
                <a16:creationId xmlns:a16="http://schemas.microsoft.com/office/drawing/2014/main" id="{4281E820-E7DE-F4EE-C520-1589C3C01A1E}"/>
              </a:ext>
            </a:extLst>
          </p:cNvPr>
          <p:cNvSpPr txBox="1"/>
          <p:nvPr/>
        </p:nvSpPr>
        <p:spPr>
          <a:xfrm>
            <a:off x="9419044" y="3265517"/>
            <a:ext cx="451214"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Voor</a:t>
            </a:r>
          </a:p>
        </p:txBody>
      </p:sp>
      <p:sp>
        <p:nvSpPr>
          <p:cNvPr id="101" name="TextBox 100">
            <a:extLst>
              <a:ext uri="{FF2B5EF4-FFF2-40B4-BE49-F238E27FC236}">
                <a16:creationId xmlns:a16="http://schemas.microsoft.com/office/drawing/2014/main" id="{4F7E755E-368C-7D39-11FF-305A055D35CB}"/>
              </a:ext>
            </a:extLst>
          </p:cNvPr>
          <p:cNvSpPr txBox="1"/>
          <p:nvPr/>
        </p:nvSpPr>
        <p:spPr>
          <a:xfrm>
            <a:off x="9419044" y="4581308"/>
            <a:ext cx="833562"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Ontwerp</a:t>
            </a:r>
          </a:p>
        </p:txBody>
      </p:sp>
      <p:sp>
        <p:nvSpPr>
          <p:cNvPr id="102" name="Rectangle 101">
            <a:extLst>
              <a:ext uri="{FF2B5EF4-FFF2-40B4-BE49-F238E27FC236}">
                <a16:creationId xmlns:a16="http://schemas.microsoft.com/office/drawing/2014/main" id="{D911C58E-1C30-5510-05BC-A9FE6BCAAD56}"/>
              </a:ext>
            </a:extLst>
          </p:cNvPr>
          <p:cNvSpPr/>
          <p:nvPr/>
        </p:nvSpPr>
        <p:spPr>
          <a:xfrm>
            <a:off x="9567896" y="617164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04" name="TextBox 103">
            <a:extLst>
              <a:ext uri="{FF2B5EF4-FFF2-40B4-BE49-F238E27FC236}">
                <a16:creationId xmlns:a16="http://schemas.microsoft.com/office/drawing/2014/main" id="{0DE25FE1-6267-CD39-04C7-F013709BA67C}"/>
              </a:ext>
            </a:extLst>
          </p:cNvPr>
          <p:cNvSpPr txBox="1"/>
          <p:nvPr/>
        </p:nvSpPr>
        <p:spPr>
          <a:xfrm>
            <a:off x="10212387" y="6575960"/>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CND1400-00</a:t>
            </a:r>
          </a:p>
        </p:txBody>
      </p:sp>
      <p:sp>
        <p:nvSpPr>
          <p:cNvPr id="105" name="Flowchart: Decision 104">
            <a:extLst>
              <a:ext uri="{FF2B5EF4-FFF2-40B4-BE49-F238E27FC236}">
                <a16:creationId xmlns:a16="http://schemas.microsoft.com/office/drawing/2014/main" id="{2D2BCF53-B472-195E-B019-0F1CDDD38CB8}"/>
              </a:ext>
            </a:extLst>
          </p:cNvPr>
          <p:cNvSpPr/>
          <p:nvPr/>
        </p:nvSpPr>
        <p:spPr>
          <a:xfrm>
            <a:off x="10286927" y="565926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6" name="Straight Connector 105">
            <a:extLst>
              <a:ext uri="{FF2B5EF4-FFF2-40B4-BE49-F238E27FC236}">
                <a16:creationId xmlns:a16="http://schemas.microsoft.com/office/drawing/2014/main" id="{5CDF2C90-EB49-BBD3-DA1E-2182F60B1419}"/>
              </a:ext>
            </a:extLst>
          </p:cNvPr>
          <p:cNvCxnSpPr>
            <a:cxnSpLocks/>
            <a:endCxn id="105" idx="2"/>
          </p:cNvCxnSpPr>
          <p:nvPr/>
        </p:nvCxnSpPr>
        <p:spPr>
          <a:xfrm flipV="1">
            <a:off x="10380333" y="5854017"/>
            <a:ext cx="1" cy="374976"/>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7" name="Flowchart: Decision 106">
            <a:extLst>
              <a:ext uri="{FF2B5EF4-FFF2-40B4-BE49-F238E27FC236}">
                <a16:creationId xmlns:a16="http://schemas.microsoft.com/office/drawing/2014/main" id="{D71C7767-5EBB-A565-7FEA-8B6365A2BC2D}"/>
              </a:ext>
            </a:extLst>
          </p:cNvPr>
          <p:cNvSpPr/>
          <p:nvPr/>
        </p:nvSpPr>
        <p:spPr>
          <a:xfrm>
            <a:off x="10706850" y="5647431"/>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08" name="Flowchart: Decision 107">
            <a:extLst>
              <a:ext uri="{FF2B5EF4-FFF2-40B4-BE49-F238E27FC236}">
                <a16:creationId xmlns:a16="http://schemas.microsoft.com/office/drawing/2014/main" id="{2034A1C4-FA85-CBE8-D148-2F9C748A1B33}"/>
              </a:ext>
            </a:extLst>
          </p:cNvPr>
          <p:cNvSpPr/>
          <p:nvPr/>
        </p:nvSpPr>
        <p:spPr>
          <a:xfrm>
            <a:off x="11126773" y="5645534"/>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09" name="Flowchart: Decision 108">
            <a:extLst>
              <a:ext uri="{FF2B5EF4-FFF2-40B4-BE49-F238E27FC236}">
                <a16:creationId xmlns:a16="http://schemas.microsoft.com/office/drawing/2014/main" id="{91F94A6E-8037-342D-F2B5-002FEAFA8770}"/>
              </a:ext>
            </a:extLst>
          </p:cNvPr>
          <p:cNvSpPr/>
          <p:nvPr/>
        </p:nvSpPr>
        <p:spPr>
          <a:xfrm>
            <a:off x="11546696" y="564363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12" name="Straight Connector 111">
            <a:extLst>
              <a:ext uri="{FF2B5EF4-FFF2-40B4-BE49-F238E27FC236}">
                <a16:creationId xmlns:a16="http://schemas.microsoft.com/office/drawing/2014/main" id="{BBFCEF79-4B30-D8CB-C8C6-5C217C84DEDF}"/>
              </a:ext>
            </a:extLst>
          </p:cNvPr>
          <p:cNvCxnSpPr>
            <a:cxnSpLocks/>
          </p:cNvCxnSpPr>
          <p:nvPr/>
        </p:nvCxnSpPr>
        <p:spPr>
          <a:xfrm flipV="1">
            <a:off x="10025095" y="6523531"/>
            <a:ext cx="1813375" cy="1563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3" name="Oval 112">
            <a:extLst>
              <a:ext uri="{FF2B5EF4-FFF2-40B4-BE49-F238E27FC236}">
                <a16:creationId xmlns:a16="http://schemas.microsoft.com/office/drawing/2014/main" id="{67DE1122-AC17-07D9-A7CE-7591971886D7}"/>
              </a:ext>
            </a:extLst>
          </p:cNvPr>
          <p:cNvSpPr/>
          <p:nvPr/>
        </p:nvSpPr>
        <p:spPr>
          <a:xfrm>
            <a:off x="11824782" y="649169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14" name="TextBox 113">
            <a:extLst>
              <a:ext uri="{FF2B5EF4-FFF2-40B4-BE49-F238E27FC236}">
                <a16:creationId xmlns:a16="http://schemas.microsoft.com/office/drawing/2014/main" id="{5190F4ED-2D1E-BA8A-A692-1DFC27D429CA}"/>
              </a:ext>
            </a:extLst>
          </p:cNvPr>
          <p:cNvSpPr txBox="1"/>
          <p:nvPr/>
        </p:nvSpPr>
        <p:spPr>
          <a:xfrm>
            <a:off x="11909368" y="6462217"/>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115" name="Oval 114">
            <a:extLst>
              <a:ext uri="{FF2B5EF4-FFF2-40B4-BE49-F238E27FC236}">
                <a16:creationId xmlns:a16="http://schemas.microsoft.com/office/drawing/2014/main" id="{C0066355-5DBA-BC2B-A5A4-2C15A2DE27F3}"/>
              </a:ext>
            </a:extLst>
          </p:cNvPr>
          <p:cNvSpPr/>
          <p:nvPr/>
        </p:nvSpPr>
        <p:spPr>
          <a:xfrm>
            <a:off x="10286927" y="6508261"/>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16" name="Oval 115">
            <a:extLst>
              <a:ext uri="{FF2B5EF4-FFF2-40B4-BE49-F238E27FC236}">
                <a16:creationId xmlns:a16="http://schemas.microsoft.com/office/drawing/2014/main" id="{084DD62C-63F7-0EBD-3581-554B1DEC7CE6}"/>
              </a:ext>
            </a:extLst>
          </p:cNvPr>
          <p:cNvSpPr/>
          <p:nvPr/>
        </p:nvSpPr>
        <p:spPr>
          <a:xfrm>
            <a:off x="10700156" y="6494322"/>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17" name="Oval 116">
            <a:extLst>
              <a:ext uri="{FF2B5EF4-FFF2-40B4-BE49-F238E27FC236}">
                <a16:creationId xmlns:a16="http://schemas.microsoft.com/office/drawing/2014/main" id="{4A1BEE52-3907-CD48-F608-2C530CCC2819}"/>
              </a:ext>
            </a:extLst>
          </p:cNvPr>
          <p:cNvSpPr/>
          <p:nvPr/>
        </p:nvSpPr>
        <p:spPr>
          <a:xfrm>
            <a:off x="11113385" y="6495623"/>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18" name="Oval 117">
            <a:extLst>
              <a:ext uri="{FF2B5EF4-FFF2-40B4-BE49-F238E27FC236}">
                <a16:creationId xmlns:a16="http://schemas.microsoft.com/office/drawing/2014/main" id="{E88B46F7-5B1F-823D-5575-4BD5AD724F99}"/>
              </a:ext>
            </a:extLst>
          </p:cNvPr>
          <p:cNvSpPr/>
          <p:nvPr/>
        </p:nvSpPr>
        <p:spPr>
          <a:xfrm>
            <a:off x="11526614" y="6489304"/>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0" name="Oval 119">
            <a:extLst>
              <a:ext uri="{FF2B5EF4-FFF2-40B4-BE49-F238E27FC236}">
                <a16:creationId xmlns:a16="http://schemas.microsoft.com/office/drawing/2014/main" id="{12CBE34F-856A-4FDD-5D2D-333920FABBAE}"/>
              </a:ext>
            </a:extLst>
          </p:cNvPr>
          <p:cNvSpPr/>
          <p:nvPr/>
        </p:nvSpPr>
        <p:spPr>
          <a:xfrm>
            <a:off x="10349043" y="6184360"/>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21" name="Connector: Elbow 67">
            <a:extLst>
              <a:ext uri="{FF2B5EF4-FFF2-40B4-BE49-F238E27FC236}">
                <a16:creationId xmlns:a16="http://schemas.microsoft.com/office/drawing/2014/main" id="{25451476-074C-137D-526B-D1710BC05AB8}"/>
              </a:ext>
            </a:extLst>
          </p:cNvPr>
          <p:cNvCxnSpPr>
            <a:cxnSpLocks/>
            <a:stCxn id="120" idx="4"/>
            <a:endCxn id="115" idx="0"/>
          </p:cNvCxnSpPr>
          <p:nvPr/>
        </p:nvCxnSpPr>
        <p:spPr>
          <a:xfrm rot="5400000">
            <a:off x="10221173" y="6349102"/>
            <a:ext cx="256202" cy="62116"/>
          </a:xfrm>
          <a:prstGeom prst="curvedConnector3">
            <a:avLst>
              <a:gd name="adj1" fmla="val 14062"/>
            </a:avLst>
          </a:prstGeom>
          <a:ln w="15875">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F0BCEBD-664B-146A-2D9B-FD669EA40F22}"/>
              </a:ext>
            </a:extLst>
          </p:cNvPr>
          <p:cNvCxnSpPr>
            <a:cxnSpLocks/>
          </p:cNvCxnSpPr>
          <p:nvPr/>
        </p:nvCxnSpPr>
        <p:spPr>
          <a:xfrm flipV="1">
            <a:off x="10800256" y="5832980"/>
            <a:ext cx="1" cy="374976"/>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ECB2956F-6226-39D9-445A-4E649DA9EE14}"/>
              </a:ext>
            </a:extLst>
          </p:cNvPr>
          <p:cNvSpPr/>
          <p:nvPr/>
        </p:nvSpPr>
        <p:spPr>
          <a:xfrm>
            <a:off x="10768966" y="6163323"/>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24" name="Connector: Elbow 67">
            <a:extLst>
              <a:ext uri="{FF2B5EF4-FFF2-40B4-BE49-F238E27FC236}">
                <a16:creationId xmlns:a16="http://schemas.microsoft.com/office/drawing/2014/main" id="{1747485E-37CE-38BA-3E36-63BCF66AC653}"/>
              </a:ext>
            </a:extLst>
          </p:cNvPr>
          <p:cNvCxnSpPr>
            <a:cxnSpLocks/>
            <a:stCxn id="123" idx="4"/>
            <a:endCxn id="116" idx="0"/>
          </p:cNvCxnSpPr>
          <p:nvPr/>
        </p:nvCxnSpPr>
        <p:spPr>
          <a:xfrm rot="5400000">
            <a:off x="10634200" y="6328267"/>
            <a:ext cx="263300" cy="68810"/>
          </a:xfrm>
          <a:prstGeom prst="curvedConnector3">
            <a:avLst>
              <a:gd name="adj1" fmla="val 11413"/>
            </a:avLst>
          </a:prstGeom>
          <a:ln w="15875">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E77410E-89E2-1051-48EC-D2510C0A7544}"/>
              </a:ext>
            </a:extLst>
          </p:cNvPr>
          <p:cNvCxnSpPr>
            <a:cxnSpLocks/>
          </p:cNvCxnSpPr>
          <p:nvPr/>
        </p:nvCxnSpPr>
        <p:spPr>
          <a:xfrm flipV="1">
            <a:off x="11219933" y="5827028"/>
            <a:ext cx="1" cy="374976"/>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4182AC0D-6099-C429-61D7-605F2F3274DF}"/>
              </a:ext>
            </a:extLst>
          </p:cNvPr>
          <p:cNvSpPr/>
          <p:nvPr/>
        </p:nvSpPr>
        <p:spPr>
          <a:xfrm>
            <a:off x="11188643" y="6157371"/>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28" name="Connector: Elbow 67">
            <a:extLst>
              <a:ext uri="{FF2B5EF4-FFF2-40B4-BE49-F238E27FC236}">
                <a16:creationId xmlns:a16="http://schemas.microsoft.com/office/drawing/2014/main" id="{A9211475-B095-5821-4D78-E0AF0B2FD08F}"/>
              </a:ext>
            </a:extLst>
          </p:cNvPr>
          <p:cNvCxnSpPr>
            <a:cxnSpLocks/>
            <a:stCxn id="127" idx="4"/>
            <a:endCxn id="117" idx="0"/>
          </p:cNvCxnSpPr>
          <p:nvPr/>
        </p:nvCxnSpPr>
        <p:spPr>
          <a:xfrm rot="5400000">
            <a:off x="11047027" y="6322717"/>
            <a:ext cx="270553" cy="75258"/>
          </a:xfrm>
          <a:prstGeom prst="curvedConnector3">
            <a:avLst>
              <a:gd name="adj1" fmla="val 12447"/>
            </a:avLst>
          </a:prstGeom>
          <a:ln w="15875">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95EE895-EF53-4B79-E83A-DF919464A8BC}"/>
              </a:ext>
            </a:extLst>
          </p:cNvPr>
          <p:cNvCxnSpPr>
            <a:cxnSpLocks/>
          </p:cNvCxnSpPr>
          <p:nvPr/>
        </p:nvCxnSpPr>
        <p:spPr>
          <a:xfrm flipV="1">
            <a:off x="11639610" y="5821076"/>
            <a:ext cx="1" cy="374976"/>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A0BF3030-699A-F512-20FB-DB76FCCA16C4}"/>
              </a:ext>
            </a:extLst>
          </p:cNvPr>
          <p:cNvSpPr/>
          <p:nvPr/>
        </p:nvSpPr>
        <p:spPr>
          <a:xfrm>
            <a:off x="11608320" y="6151419"/>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32" name="Connector: Elbow 67">
            <a:extLst>
              <a:ext uri="{FF2B5EF4-FFF2-40B4-BE49-F238E27FC236}">
                <a16:creationId xmlns:a16="http://schemas.microsoft.com/office/drawing/2014/main" id="{514C1475-BA2E-0676-1BB5-1C6BBC1488C2}"/>
              </a:ext>
            </a:extLst>
          </p:cNvPr>
          <p:cNvCxnSpPr>
            <a:cxnSpLocks/>
            <a:stCxn id="131" idx="4"/>
            <a:endCxn id="118" idx="0"/>
          </p:cNvCxnSpPr>
          <p:nvPr/>
        </p:nvCxnSpPr>
        <p:spPr>
          <a:xfrm rot="5400000">
            <a:off x="11463663" y="6313358"/>
            <a:ext cx="270186" cy="81706"/>
          </a:xfrm>
          <a:prstGeom prst="curvedConnector3">
            <a:avLst>
              <a:gd name="adj1" fmla="val 15922"/>
            </a:avLst>
          </a:prstGeom>
          <a:ln w="15875">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8DC8FE0A-0E9B-5A27-9D52-629DE8DA28D3}"/>
              </a:ext>
            </a:extLst>
          </p:cNvPr>
          <p:cNvSpPr txBox="1"/>
          <p:nvPr/>
        </p:nvSpPr>
        <p:spPr>
          <a:xfrm>
            <a:off x="9442934" y="5880699"/>
            <a:ext cx="261290"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Na</a:t>
            </a:r>
          </a:p>
        </p:txBody>
      </p:sp>
    </p:spTree>
    <p:extLst>
      <p:ext uri="{BB962C8B-B14F-4D97-AF65-F5344CB8AC3E}">
        <p14:creationId xmlns:p14="http://schemas.microsoft.com/office/powerpoint/2010/main" val="3950040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686308" cy="4314379"/>
          </a:xfrm>
        </p:spPr>
        <p:txBody>
          <a:bodyPr/>
          <a:lstStyle/>
          <a:p>
            <a:r>
              <a:rPr lang="nl-NL" dirty="0"/>
              <a:t>Startsituatie: bestaande LS kabel met huisaansluitingen daarop aangesloten</a:t>
            </a:r>
          </a:p>
          <a:p>
            <a:endParaRPr lang="nl-NL" dirty="0"/>
          </a:p>
          <a:p>
            <a:r>
              <a:rPr lang="nl-NL" dirty="0"/>
              <a:t>Aanpassen/toevoegen in ontwerptekening, scenario 2</a:t>
            </a:r>
          </a:p>
          <a:p>
            <a:pPr marL="342900" indent="-342900">
              <a:buFont typeface="+mj-lt"/>
              <a:buAutoNum type="arabicPeriod"/>
            </a:pPr>
            <a:r>
              <a:rPr lang="nl-NL" dirty="0"/>
              <a:t>LS Kabel wordt halverwege gesplitst. De resulterende LS kabels krijgen beiden status Revisie.</a:t>
            </a:r>
          </a:p>
          <a:p>
            <a:pPr marL="342900" indent="-342900">
              <a:buFont typeface="+mj-lt"/>
              <a:buAutoNum type="arabicPeriod"/>
            </a:pPr>
            <a:r>
              <a:rPr lang="nl-NL" dirty="0"/>
              <a:t>Ter plaatse van de splitsing worden de kabels van een nieuwe </a:t>
            </a:r>
            <a:r>
              <a:rPr lang="nl-NL" dirty="0" err="1"/>
              <a:t>eindmof</a:t>
            </a:r>
            <a:r>
              <a:rPr lang="nl-NL" dirty="0"/>
              <a:t> voorzien.</a:t>
            </a:r>
          </a:p>
          <a:p>
            <a:pPr marL="342900" indent="-342900">
              <a:buFont typeface="+mj-lt"/>
              <a:buAutoNum type="arabicPeriod"/>
            </a:pPr>
            <a:r>
              <a:rPr lang="nl-NL" dirty="0"/>
              <a:t>Aan het einde van de LS kabel die het verst van het station ligt, wordt een nieuw MS station geplaatst (Status Nieuw). Deze LS kabel krijgt een nieuw </a:t>
            </a:r>
            <a:r>
              <a:rPr lang="nl-NL" dirty="0" err="1"/>
              <a:t>Verbindingnummer</a:t>
            </a:r>
            <a:r>
              <a:rPr lang="nl-NL" dirty="0"/>
              <a:t>. Ook de moffen op dit kabel krijgen het nieuwe </a:t>
            </a:r>
            <a:r>
              <a:rPr lang="nl-NL" dirty="0" err="1"/>
              <a:t>verbindingnummer</a:t>
            </a:r>
            <a:r>
              <a:rPr lang="nl-NL" dirty="0"/>
              <a:t>.</a:t>
            </a:r>
          </a:p>
          <a:p>
            <a:pPr marL="342900" indent="-342900">
              <a:buFont typeface="+mj-lt"/>
              <a:buAutoNum type="arabicPeriod"/>
            </a:pPr>
            <a:r>
              <a:rPr lang="nl-NL" dirty="0"/>
              <a:t>De oude </a:t>
            </a:r>
            <a:r>
              <a:rPr lang="nl-NL" dirty="0" err="1"/>
              <a:t>eindmof</a:t>
            </a:r>
            <a:r>
              <a:rPr lang="nl-NL" dirty="0"/>
              <a:t> krijgt status "Vervallen"</a:t>
            </a:r>
          </a:p>
          <a:p>
            <a:pPr marL="342900" indent="-342900">
              <a:buFont typeface="+mj-lt"/>
              <a:buAutoNum type="arabicPeriod"/>
            </a:pPr>
            <a:endParaRPr lang="nl-NL" dirty="0"/>
          </a:p>
          <a:p>
            <a:pPr marL="342900" indent="-342900">
              <a:buFont typeface="+mj-lt"/>
              <a:buAutoNum type="arabicPeriod"/>
            </a:pPr>
            <a:endParaRPr lang="nl-NL" dirty="0"/>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3: Verzwaring LS</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41</a:t>
            </a:fld>
            <a:endParaRPr lang="nl-NL" noProof="0"/>
          </a:p>
        </p:txBody>
      </p:sp>
      <p:pic>
        <p:nvPicPr>
          <p:cNvPr id="8" name="Picture 7">
            <a:extLst>
              <a:ext uri="{FF2B5EF4-FFF2-40B4-BE49-F238E27FC236}">
                <a16:creationId xmlns:a16="http://schemas.microsoft.com/office/drawing/2014/main" id="{0132D879-17AA-83E1-3E76-B8CA11AAAAE7}"/>
              </a:ext>
            </a:extLst>
          </p:cNvPr>
          <p:cNvPicPr>
            <a:picLocks noChangeAspect="1"/>
          </p:cNvPicPr>
          <p:nvPr/>
        </p:nvPicPr>
        <p:blipFill>
          <a:blip r:embed="rId2"/>
          <a:stretch>
            <a:fillRect/>
          </a:stretch>
        </p:blipFill>
        <p:spPr>
          <a:xfrm>
            <a:off x="10001206" y="35678"/>
            <a:ext cx="2190794" cy="2704118"/>
          </a:xfrm>
          <a:prstGeom prst="rect">
            <a:avLst/>
          </a:prstGeom>
        </p:spPr>
      </p:pic>
      <p:sp>
        <p:nvSpPr>
          <p:cNvPr id="29" name="Rectangle 28">
            <a:extLst>
              <a:ext uri="{FF2B5EF4-FFF2-40B4-BE49-F238E27FC236}">
                <a16:creationId xmlns:a16="http://schemas.microsoft.com/office/drawing/2014/main" id="{86ACE4CE-E7C1-9648-D305-71C4512FB949}"/>
              </a:ext>
            </a:extLst>
          </p:cNvPr>
          <p:cNvSpPr/>
          <p:nvPr/>
        </p:nvSpPr>
        <p:spPr>
          <a:xfrm>
            <a:off x="9544550" y="475411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0" name="Straight Connector 29">
            <a:extLst>
              <a:ext uri="{FF2B5EF4-FFF2-40B4-BE49-F238E27FC236}">
                <a16:creationId xmlns:a16="http://schemas.microsoft.com/office/drawing/2014/main" id="{558852D7-11BD-195E-99D1-30D4B1054E27}"/>
              </a:ext>
            </a:extLst>
          </p:cNvPr>
          <p:cNvCxnSpPr>
            <a:cxnSpLocks/>
            <a:stCxn id="29" idx="3"/>
          </p:cNvCxnSpPr>
          <p:nvPr/>
        </p:nvCxnSpPr>
        <p:spPr>
          <a:xfrm flipV="1">
            <a:off x="10001750" y="4978668"/>
            <a:ext cx="868567" cy="4050"/>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204B95A-44F8-45EC-D1E8-D9E4F2D219D6}"/>
              </a:ext>
            </a:extLst>
          </p:cNvPr>
          <p:cNvSpPr txBox="1"/>
          <p:nvPr/>
        </p:nvSpPr>
        <p:spPr>
          <a:xfrm>
            <a:off x="10097443" y="5095255"/>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CND1400-00</a:t>
            </a:r>
          </a:p>
        </p:txBody>
      </p:sp>
      <p:sp>
        <p:nvSpPr>
          <p:cNvPr id="33" name="Flowchart: Decision 32">
            <a:extLst>
              <a:ext uri="{FF2B5EF4-FFF2-40B4-BE49-F238E27FC236}">
                <a16:creationId xmlns:a16="http://schemas.microsoft.com/office/drawing/2014/main" id="{528F55DC-CC39-58CF-4477-0F705BDA5D79}"/>
              </a:ext>
            </a:extLst>
          </p:cNvPr>
          <p:cNvSpPr/>
          <p:nvPr/>
        </p:nvSpPr>
        <p:spPr>
          <a:xfrm>
            <a:off x="10263581" y="424173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4" name="Straight Connector 33">
            <a:extLst>
              <a:ext uri="{FF2B5EF4-FFF2-40B4-BE49-F238E27FC236}">
                <a16:creationId xmlns:a16="http://schemas.microsoft.com/office/drawing/2014/main" id="{91AFE64A-6923-C220-EFFC-CC0F7A8CA6D9}"/>
              </a:ext>
            </a:extLst>
          </p:cNvPr>
          <p:cNvCxnSpPr>
            <a:cxnSpLocks/>
            <a:endCxn id="33" idx="2"/>
          </p:cNvCxnSpPr>
          <p:nvPr/>
        </p:nvCxnSpPr>
        <p:spPr>
          <a:xfrm flipV="1">
            <a:off x="10356988" y="443648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36" name="Flowchart: Decision 35">
            <a:extLst>
              <a:ext uri="{FF2B5EF4-FFF2-40B4-BE49-F238E27FC236}">
                <a16:creationId xmlns:a16="http://schemas.microsoft.com/office/drawing/2014/main" id="{C473C726-386E-F6E6-AEA3-8974AD887D16}"/>
              </a:ext>
            </a:extLst>
          </p:cNvPr>
          <p:cNvSpPr/>
          <p:nvPr/>
        </p:nvSpPr>
        <p:spPr>
          <a:xfrm>
            <a:off x="10683504" y="4229901"/>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7" name="Straight Connector 36">
            <a:extLst>
              <a:ext uri="{FF2B5EF4-FFF2-40B4-BE49-F238E27FC236}">
                <a16:creationId xmlns:a16="http://schemas.microsoft.com/office/drawing/2014/main" id="{B30F05D5-61A6-8D8C-E343-4AD04E5ADA5D}"/>
              </a:ext>
            </a:extLst>
          </p:cNvPr>
          <p:cNvCxnSpPr>
            <a:cxnSpLocks/>
            <a:endCxn id="36" idx="2"/>
          </p:cNvCxnSpPr>
          <p:nvPr/>
        </p:nvCxnSpPr>
        <p:spPr>
          <a:xfrm flipV="1">
            <a:off x="10776911" y="4424651"/>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39" name="Flowchart: Decision 38">
            <a:extLst>
              <a:ext uri="{FF2B5EF4-FFF2-40B4-BE49-F238E27FC236}">
                <a16:creationId xmlns:a16="http://schemas.microsoft.com/office/drawing/2014/main" id="{E76F94B6-C2CA-803C-A7FF-B4847AA02A96}"/>
              </a:ext>
            </a:extLst>
          </p:cNvPr>
          <p:cNvSpPr/>
          <p:nvPr/>
        </p:nvSpPr>
        <p:spPr>
          <a:xfrm>
            <a:off x="11103427" y="4228004"/>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40" name="Straight Connector 39">
            <a:extLst>
              <a:ext uri="{FF2B5EF4-FFF2-40B4-BE49-F238E27FC236}">
                <a16:creationId xmlns:a16="http://schemas.microsoft.com/office/drawing/2014/main" id="{BE96ABA1-8ED4-FF46-1D6C-3F268031AA80}"/>
              </a:ext>
            </a:extLst>
          </p:cNvPr>
          <p:cNvCxnSpPr>
            <a:cxnSpLocks/>
            <a:endCxn id="39" idx="2"/>
          </p:cNvCxnSpPr>
          <p:nvPr/>
        </p:nvCxnSpPr>
        <p:spPr>
          <a:xfrm flipV="1">
            <a:off x="11196834" y="4422754"/>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42" name="Flowchart: Decision 41">
            <a:extLst>
              <a:ext uri="{FF2B5EF4-FFF2-40B4-BE49-F238E27FC236}">
                <a16:creationId xmlns:a16="http://schemas.microsoft.com/office/drawing/2014/main" id="{B0F15E34-AB1A-4B56-CDEE-CC4CD2071AAC}"/>
              </a:ext>
            </a:extLst>
          </p:cNvPr>
          <p:cNvSpPr/>
          <p:nvPr/>
        </p:nvSpPr>
        <p:spPr>
          <a:xfrm>
            <a:off x="11523350" y="422610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43" name="Straight Connector 42">
            <a:extLst>
              <a:ext uri="{FF2B5EF4-FFF2-40B4-BE49-F238E27FC236}">
                <a16:creationId xmlns:a16="http://schemas.microsoft.com/office/drawing/2014/main" id="{D0CB0EFD-CA71-210E-94D7-157BDE624551}"/>
              </a:ext>
            </a:extLst>
          </p:cNvPr>
          <p:cNvCxnSpPr>
            <a:cxnSpLocks/>
            <a:endCxn id="42" idx="2"/>
          </p:cNvCxnSpPr>
          <p:nvPr/>
        </p:nvCxnSpPr>
        <p:spPr>
          <a:xfrm flipV="1">
            <a:off x="11616757" y="442085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C3AA9FBB-D0F0-9607-1F70-E3217AAAE146}"/>
              </a:ext>
            </a:extLst>
          </p:cNvPr>
          <p:cNvSpPr/>
          <p:nvPr/>
        </p:nvSpPr>
        <p:spPr>
          <a:xfrm>
            <a:off x="10845859" y="4936816"/>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5" name="TextBox 44">
            <a:extLst>
              <a:ext uri="{FF2B5EF4-FFF2-40B4-BE49-F238E27FC236}">
                <a16:creationId xmlns:a16="http://schemas.microsoft.com/office/drawing/2014/main" id="{B10F9E3C-352A-0D64-9325-1EB46A888BFE}"/>
              </a:ext>
            </a:extLst>
          </p:cNvPr>
          <p:cNvSpPr txBox="1"/>
          <p:nvPr/>
        </p:nvSpPr>
        <p:spPr>
          <a:xfrm>
            <a:off x="10867203" y="4786901"/>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46" name="Oval 45">
            <a:extLst>
              <a:ext uri="{FF2B5EF4-FFF2-40B4-BE49-F238E27FC236}">
                <a16:creationId xmlns:a16="http://schemas.microsoft.com/office/drawing/2014/main" id="{891C1722-7564-A2E5-7C5F-8735F09471B0}"/>
              </a:ext>
            </a:extLst>
          </p:cNvPr>
          <p:cNvSpPr/>
          <p:nvPr/>
        </p:nvSpPr>
        <p:spPr>
          <a:xfrm>
            <a:off x="10325697" y="494023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7" name="Oval 46">
            <a:extLst>
              <a:ext uri="{FF2B5EF4-FFF2-40B4-BE49-F238E27FC236}">
                <a16:creationId xmlns:a16="http://schemas.microsoft.com/office/drawing/2014/main" id="{468219F5-0711-DCDF-CC1A-46DA2340EBC3}"/>
              </a:ext>
            </a:extLst>
          </p:cNvPr>
          <p:cNvSpPr/>
          <p:nvPr/>
        </p:nvSpPr>
        <p:spPr>
          <a:xfrm>
            <a:off x="10745285" y="493438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8" name="Oval 47">
            <a:extLst>
              <a:ext uri="{FF2B5EF4-FFF2-40B4-BE49-F238E27FC236}">
                <a16:creationId xmlns:a16="http://schemas.microsoft.com/office/drawing/2014/main" id="{B97BB683-3FD7-4938-2CEE-F89A31BE3ABC}"/>
              </a:ext>
            </a:extLst>
          </p:cNvPr>
          <p:cNvSpPr/>
          <p:nvPr/>
        </p:nvSpPr>
        <p:spPr>
          <a:xfrm>
            <a:off x="11163045" y="4934384"/>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9" name="Oval 48">
            <a:extLst>
              <a:ext uri="{FF2B5EF4-FFF2-40B4-BE49-F238E27FC236}">
                <a16:creationId xmlns:a16="http://schemas.microsoft.com/office/drawing/2014/main" id="{7504FE57-6D15-1C3C-6C75-F739BCA3B37A}"/>
              </a:ext>
            </a:extLst>
          </p:cNvPr>
          <p:cNvSpPr/>
          <p:nvPr/>
        </p:nvSpPr>
        <p:spPr>
          <a:xfrm>
            <a:off x="11591457" y="4931140"/>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0" name="TextBox 49">
            <a:extLst>
              <a:ext uri="{FF2B5EF4-FFF2-40B4-BE49-F238E27FC236}">
                <a16:creationId xmlns:a16="http://schemas.microsoft.com/office/drawing/2014/main" id="{559653F6-4959-7B02-2664-23CCFE082FDC}"/>
              </a:ext>
            </a:extLst>
          </p:cNvPr>
          <p:cNvSpPr txBox="1"/>
          <p:nvPr/>
        </p:nvSpPr>
        <p:spPr>
          <a:xfrm>
            <a:off x="9419588" y="4436487"/>
            <a:ext cx="833562"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Ontwerp</a:t>
            </a:r>
          </a:p>
        </p:txBody>
      </p:sp>
      <p:cxnSp>
        <p:nvCxnSpPr>
          <p:cNvPr id="51" name="Straight Connector 50">
            <a:extLst>
              <a:ext uri="{FF2B5EF4-FFF2-40B4-BE49-F238E27FC236}">
                <a16:creationId xmlns:a16="http://schemas.microsoft.com/office/drawing/2014/main" id="{4CC3F4B9-7E9D-ECFA-A248-1B3B2393F86B}"/>
              </a:ext>
            </a:extLst>
          </p:cNvPr>
          <p:cNvCxnSpPr>
            <a:cxnSpLocks/>
          </p:cNvCxnSpPr>
          <p:nvPr/>
        </p:nvCxnSpPr>
        <p:spPr>
          <a:xfrm>
            <a:off x="11068863" y="4972804"/>
            <a:ext cx="777551" cy="1282"/>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6CB5AE26-25EF-0F1C-319C-524B35BA3858}"/>
              </a:ext>
            </a:extLst>
          </p:cNvPr>
          <p:cNvSpPr/>
          <p:nvPr/>
        </p:nvSpPr>
        <p:spPr>
          <a:xfrm>
            <a:off x="11028776" y="4934314"/>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7" name="Rectangle 56">
            <a:extLst>
              <a:ext uri="{FF2B5EF4-FFF2-40B4-BE49-F238E27FC236}">
                <a16:creationId xmlns:a16="http://schemas.microsoft.com/office/drawing/2014/main" id="{C0959F57-A9A8-FD6F-4095-3D189E6E6D0C}"/>
              </a:ext>
            </a:extLst>
          </p:cNvPr>
          <p:cNvSpPr/>
          <p:nvPr/>
        </p:nvSpPr>
        <p:spPr>
          <a:xfrm>
            <a:off x="11834541" y="4894064"/>
            <a:ext cx="155407" cy="1686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8" name="Oval 57">
            <a:extLst>
              <a:ext uri="{FF2B5EF4-FFF2-40B4-BE49-F238E27FC236}">
                <a16:creationId xmlns:a16="http://schemas.microsoft.com/office/drawing/2014/main" id="{18F0A69A-7C46-C230-A787-746A55E1A54D}"/>
              </a:ext>
            </a:extLst>
          </p:cNvPr>
          <p:cNvSpPr/>
          <p:nvPr/>
        </p:nvSpPr>
        <p:spPr>
          <a:xfrm>
            <a:off x="11751759" y="4941665"/>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9" name="TextBox 58">
            <a:extLst>
              <a:ext uri="{FF2B5EF4-FFF2-40B4-BE49-F238E27FC236}">
                <a16:creationId xmlns:a16="http://schemas.microsoft.com/office/drawing/2014/main" id="{1C365075-CB8A-8F1F-184D-5815569F8C79}"/>
              </a:ext>
            </a:extLst>
          </p:cNvPr>
          <p:cNvSpPr txBox="1"/>
          <p:nvPr/>
        </p:nvSpPr>
        <p:spPr>
          <a:xfrm>
            <a:off x="11686868" y="4750024"/>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62" name="TextBox 61">
            <a:extLst>
              <a:ext uri="{FF2B5EF4-FFF2-40B4-BE49-F238E27FC236}">
                <a16:creationId xmlns:a16="http://schemas.microsoft.com/office/drawing/2014/main" id="{9ABDDB09-02F3-EF47-E9C8-0405B9E44CB8}"/>
              </a:ext>
            </a:extLst>
          </p:cNvPr>
          <p:cNvSpPr txBox="1"/>
          <p:nvPr/>
        </p:nvSpPr>
        <p:spPr>
          <a:xfrm>
            <a:off x="10963383" y="5226095"/>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CND1500-00</a:t>
            </a:r>
          </a:p>
        </p:txBody>
      </p:sp>
      <p:sp>
        <p:nvSpPr>
          <p:cNvPr id="63" name="Rectangle 62">
            <a:extLst>
              <a:ext uri="{FF2B5EF4-FFF2-40B4-BE49-F238E27FC236}">
                <a16:creationId xmlns:a16="http://schemas.microsoft.com/office/drawing/2014/main" id="{EF9BF133-EAAA-B04C-BF60-AC7D85A48DC9}"/>
              </a:ext>
            </a:extLst>
          </p:cNvPr>
          <p:cNvSpPr/>
          <p:nvPr/>
        </p:nvSpPr>
        <p:spPr>
          <a:xfrm>
            <a:off x="9561229" y="6014479"/>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4" name="Straight Connector 63">
            <a:extLst>
              <a:ext uri="{FF2B5EF4-FFF2-40B4-BE49-F238E27FC236}">
                <a16:creationId xmlns:a16="http://schemas.microsoft.com/office/drawing/2014/main" id="{71E4C6C7-A0A0-2A90-F18B-108475C92150}"/>
              </a:ext>
            </a:extLst>
          </p:cNvPr>
          <p:cNvCxnSpPr>
            <a:cxnSpLocks/>
            <a:stCxn id="63" idx="3"/>
          </p:cNvCxnSpPr>
          <p:nvPr/>
        </p:nvCxnSpPr>
        <p:spPr>
          <a:xfrm flipV="1">
            <a:off x="10018429" y="6239029"/>
            <a:ext cx="868567" cy="405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3B45C0D-7638-1C46-353A-D7034096EA7A}"/>
              </a:ext>
            </a:extLst>
          </p:cNvPr>
          <p:cNvSpPr txBox="1"/>
          <p:nvPr/>
        </p:nvSpPr>
        <p:spPr>
          <a:xfrm>
            <a:off x="10114122" y="6355616"/>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CND1400-00</a:t>
            </a:r>
          </a:p>
        </p:txBody>
      </p:sp>
      <p:sp>
        <p:nvSpPr>
          <p:cNvPr id="67" name="Flowchart: Decision 66">
            <a:extLst>
              <a:ext uri="{FF2B5EF4-FFF2-40B4-BE49-F238E27FC236}">
                <a16:creationId xmlns:a16="http://schemas.microsoft.com/office/drawing/2014/main" id="{96B4F585-D418-694C-640F-43C17A7CCBE0}"/>
              </a:ext>
            </a:extLst>
          </p:cNvPr>
          <p:cNvSpPr/>
          <p:nvPr/>
        </p:nvSpPr>
        <p:spPr>
          <a:xfrm>
            <a:off x="10280260" y="5502098"/>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8" name="Straight Connector 67">
            <a:extLst>
              <a:ext uri="{FF2B5EF4-FFF2-40B4-BE49-F238E27FC236}">
                <a16:creationId xmlns:a16="http://schemas.microsoft.com/office/drawing/2014/main" id="{CEE1C41E-14A1-98D1-A831-32054B428E4F}"/>
              </a:ext>
            </a:extLst>
          </p:cNvPr>
          <p:cNvCxnSpPr>
            <a:cxnSpLocks/>
            <a:endCxn id="67" idx="2"/>
          </p:cNvCxnSpPr>
          <p:nvPr/>
        </p:nvCxnSpPr>
        <p:spPr>
          <a:xfrm flipV="1">
            <a:off x="10373667" y="5696848"/>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0" name="Flowchart: Decision 69">
            <a:extLst>
              <a:ext uri="{FF2B5EF4-FFF2-40B4-BE49-F238E27FC236}">
                <a16:creationId xmlns:a16="http://schemas.microsoft.com/office/drawing/2014/main" id="{0F72E861-A1C8-F8D1-8445-F5FA9D67B1B4}"/>
              </a:ext>
            </a:extLst>
          </p:cNvPr>
          <p:cNvSpPr/>
          <p:nvPr/>
        </p:nvSpPr>
        <p:spPr>
          <a:xfrm>
            <a:off x="10700183" y="5490262"/>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1" name="Straight Connector 70">
            <a:extLst>
              <a:ext uri="{FF2B5EF4-FFF2-40B4-BE49-F238E27FC236}">
                <a16:creationId xmlns:a16="http://schemas.microsoft.com/office/drawing/2014/main" id="{D3FCE986-12B1-9A5F-89DA-98F12B744302}"/>
              </a:ext>
            </a:extLst>
          </p:cNvPr>
          <p:cNvCxnSpPr>
            <a:cxnSpLocks/>
            <a:endCxn id="70" idx="2"/>
          </p:cNvCxnSpPr>
          <p:nvPr/>
        </p:nvCxnSpPr>
        <p:spPr>
          <a:xfrm flipV="1">
            <a:off x="10793590" y="5685012"/>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3" name="Flowchart: Decision 72">
            <a:extLst>
              <a:ext uri="{FF2B5EF4-FFF2-40B4-BE49-F238E27FC236}">
                <a16:creationId xmlns:a16="http://schemas.microsoft.com/office/drawing/2014/main" id="{1367CA4D-5E72-7CBC-09BC-E532BBA4418F}"/>
              </a:ext>
            </a:extLst>
          </p:cNvPr>
          <p:cNvSpPr/>
          <p:nvPr/>
        </p:nvSpPr>
        <p:spPr>
          <a:xfrm>
            <a:off x="11120106" y="5488365"/>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4" name="Straight Connector 73">
            <a:extLst>
              <a:ext uri="{FF2B5EF4-FFF2-40B4-BE49-F238E27FC236}">
                <a16:creationId xmlns:a16="http://schemas.microsoft.com/office/drawing/2014/main" id="{B3079879-EE8F-45BC-2A51-A3AF73BBA8B8}"/>
              </a:ext>
            </a:extLst>
          </p:cNvPr>
          <p:cNvCxnSpPr>
            <a:cxnSpLocks/>
            <a:endCxn id="73" idx="2"/>
          </p:cNvCxnSpPr>
          <p:nvPr/>
        </p:nvCxnSpPr>
        <p:spPr>
          <a:xfrm flipV="1">
            <a:off x="11213513" y="5683115"/>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6" name="Flowchart: Decision 75">
            <a:extLst>
              <a:ext uri="{FF2B5EF4-FFF2-40B4-BE49-F238E27FC236}">
                <a16:creationId xmlns:a16="http://schemas.microsoft.com/office/drawing/2014/main" id="{E74D9E02-72FD-EB12-F3C6-E4AA59C731F7}"/>
              </a:ext>
            </a:extLst>
          </p:cNvPr>
          <p:cNvSpPr/>
          <p:nvPr/>
        </p:nvSpPr>
        <p:spPr>
          <a:xfrm>
            <a:off x="11540029" y="5486468"/>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7" name="Straight Connector 76">
            <a:extLst>
              <a:ext uri="{FF2B5EF4-FFF2-40B4-BE49-F238E27FC236}">
                <a16:creationId xmlns:a16="http://schemas.microsoft.com/office/drawing/2014/main" id="{3838AACE-BC49-336A-BF5F-5E8FC687F304}"/>
              </a:ext>
            </a:extLst>
          </p:cNvPr>
          <p:cNvCxnSpPr>
            <a:cxnSpLocks/>
            <a:endCxn id="76" idx="2"/>
          </p:cNvCxnSpPr>
          <p:nvPr/>
        </p:nvCxnSpPr>
        <p:spPr>
          <a:xfrm flipV="1">
            <a:off x="11633436" y="5681218"/>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711AB1D3-E618-10D1-D9C0-FF242A687538}"/>
              </a:ext>
            </a:extLst>
          </p:cNvPr>
          <p:cNvSpPr/>
          <p:nvPr/>
        </p:nvSpPr>
        <p:spPr>
          <a:xfrm>
            <a:off x="10862538" y="619717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79" name="TextBox 78">
            <a:extLst>
              <a:ext uri="{FF2B5EF4-FFF2-40B4-BE49-F238E27FC236}">
                <a16:creationId xmlns:a16="http://schemas.microsoft.com/office/drawing/2014/main" id="{915E3A84-A399-DC4D-F87D-83A6BB20D372}"/>
              </a:ext>
            </a:extLst>
          </p:cNvPr>
          <p:cNvSpPr txBox="1"/>
          <p:nvPr/>
        </p:nvSpPr>
        <p:spPr>
          <a:xfrm>
            <a:off x="10883882" y="6047262"/>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80" name="Oval 79">
            <a:extLst>
              <a:ext uri="{FF2B5EF4-FFF2-40B4-BE49-F238E27FC236}">
                <a16:creationId xmlns:a16="http://schemas.microsoft.com/office/drawing/2014/main" id="{B422FCE6-DD43-1E9B-F407-79E056C3991F}"/>
              </a:ext>
            </a:extLst>
          </p:cNvPr>
          <p:cNvSpPr/>
          <p:nvPr/>
        </p:nvSpPr>
        <p:spPr>
          <a:xfrm>
            <a:off x="10342376" y="6200598"/>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81" name="Oval 80">
            <a:extLst>
              <a:ext uri="{FF2B5EF4-FFF2-40B4-BE49-F238E27FC236}">
                <a16:creationId xmlns:a16="http://schemas.microsoft.com/office/drawing/2014/main" id="{F40B9187-A325-7F74-AFB5-06D051C785DA}"/>
              </a:ext>
            </a:extLst>
          </p:cNvPr>
          <p:cNvSpPr/>
          <p:nvPr/>
        </p:nvSpPr>
        <p:spPr>
          <a:xfrm>
            <a:off x="10761964" y="6194746"/>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82" name="Oval 81">
            <a:extLst>
              <a:ext uri="{FF2B5EF4-FFF2-40B4-BE49-F238E27FC236}">
                <a16:creationId xmlns:a16="http://schemas.microsoft.com/office/drawing/2014/main" id="{B0D27A35-4301-0C02-CB37-A280505EBF4D}"/>
              </a:ext>
            </a:extLst>
          </p:cNvPr>
          <p:cNvSpPr/>
          <p:nvPr/>
        </p:nvSpPr>
        <p:spPr>
          <a:xfrm>
            <a:off x="11179724" y="619474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83" name="Oval 82">
            <a:extLst>
              <a:ext uri="{FF2B5EF4-FFF2-40B4-BE49-F238E27FC236}">
                <a16:creationId xmlns:a16="http://schemas.microsoft.com/office/drawing/2014/main" id="{6EEFE12C-3EFE-D162-4FDF-A0D39D8A5358}"/>
              </a:ext>
            </a:extLst>
          </p:cNvPr>
          <p:cNvSpPr/>
          <p:nvPr/>
        </p:nvSpPr>
        <p:spPr>
          <a:xfrm>
            <a:off x="11608136" y="6191501"/>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84" name="TextBox 83">
            <a:extLst>
              <a:ext uri="{FF2B5EF4-FFF2-40B4-BE49-F238E27FC236}">
                <a16:creationId xmlns:a16="http://schemas.microsoft.com/office/drawing/2014/main" id="{17FF6895-4F81-498B-44E5-8DC20B8ED58C}"/>
              </a:ext>
            </a:extLst>
          </p:cNvPr>
          <p:cNvSpPr txBox="1"/>
          <p:nvPr/>
        </p:nvSpPr>
        <p:spPr>
          <a:xfrm>
            <a:off x="9436267" y="5696848"/>
            <a:ext cx="261290"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Na</a:t>
            </a:r>
          </a:p>
        </p:txBody>
      </p:sp>
      <p:cxnSp>
        <p:nvCxnSpPr>
          <p:cNvPr id="85" name="Straight Connector 84">
            <a:extLst>
              <a:ext uri="{FF2B5EF4-FFF2-40B4-BE49-F238E27FC236}">
                <a16:creationId xmlns:a16="http://schemas.microsoft.com/office/drawing/2014/main" id="{8B068037-EC15-25AA-9F24-33B4BDFB51D1}"/>
              </a:ext>
            </a:extLst>
          </p:cNvPr>
          <p:cNvCxnSpPr>
            <a:cxnSpLocks/>
          </p:cNvCxnSpPr>
          <p:nvPr/>
        </p:nvCxnSpPr>
        <p:spPr>
          <a:xfrm>
            <a:off x="11085542" y="6233165"/>
            <a:ext cx="777551" cy="1282"/>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4A88E02E-2F66-BB47-700D-3C1B64F5643A}"/>
              </a:ext>
            </a:extLst>
          </p:cNvPr>
          <p:cNvSpPr/>
          <p:nvPr/>
        </p:nvSpPr>
        <p:spPr>
          <a:xfrm>
            <a:off x="11045455" y="619467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87" name="Rectangle 86">
            <a:extLst>
              <a:ext uri="{FF2B5EF4-FFF2-40B4-BE49-F238E27FC236}">
                <a16:creationId xmlns:a16="http://schemas.microsoft.com/office/drawing/2014/main" id="{07898301-BE65-3AB7-3B95-0F4F970DB1FF}"/>
              </a:ext>
            </a:extLst>
          </p:cNvPr>
          <p:cNvSpPr/>
          <p:nvPr/>
        </p:nvSpPr>
        <p:spPr>
          <a:xfrm>
            <a:off x="11851220" y="6154425"/>
            <a:ext cx="155407" cy="16868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0" name="TextBox 89">
            <a:extLst>
              <a:ext uri="{FF2B5EF4-FFF2-40B4-BE49-F238E27FC236}">
                <a16:creationId xmlns:a16="http://schemas.microsoft.com/office/drawing/2014/main" id="{62B8C11A-6154-24DC-DA16-52AAE4021206}"/>
              </a:ext>
            </a:extLst>
          </p:cNvPr>
          <p:cNvSpPr txBox="1"/>
          <p:nvPr/>
        </p:nvSpPr>
        <p:spPr>
          <a:xfrm>
            <a:off x="10980062" y="6486456"/>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CND1500-00</a:t>
            </a:r>
          </a:p>
        </p:txBody>
      </p:sp>
      <p:sp>
        <p:nvSpPr>
          <p:cNvPr id="52" name="Rectangle 51">
            <a:extLst>
              <a:ext uri="{FF2B5EF4-FFF2-40B4-BE49-F238E27FC236}">
                <a16:creationId xmlns:a16="http://schemas.microsoft.com/office/drawing/2014/main" id="{EEC86C92-00FE-29AD-3483-3CE77F4694FA}"/>
              </a:ext>
            </a:extLst>
          </p:cNvPr>
          <p:cNvSpPr/>
          <p:nvPr/>
        </p:nvSpPr>
        <p:spPr>
          <a:xfrm>
            <a:off x="9544006" y="358314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53" name="Straight Connector 52">
            <a:extLst>
              <a:ext uri="{FF2B5EF4-FFF2-40B4-BE49-F238E27FC236}">
                <a16:creationId xmlns:a16="http://schemas.microsoft.com/office/drawing/2014/main" id="{BEB44A30-4702-8320-9EDE-18E391D640BE}"/>
              </a:ext>
            </a:extLst>
          </p:cNvPr>
          <p:cNvCxnSpPr>
            <a:cxnSpLocks/>
            <a:stCxn id="52" idx="3"/>
          </p:cNvCxnSpPr>
          <p:nvPr/>
        </p:nvCxnSpPr>
        <p:spPr>
          <a:xfrm flipV="1">
            <a:off x="10001206" y="3796118"/>
            <a:ext cx="1813375" cy="1563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2664101-24DC-71F9-EF71-4DCDAFF4999D}"/>
              </a:ext>
            </a:extLst>
          </p:cNvPr>
          <p:cNvSpPr txBox="1"/>
          <p:nvPr/>
        </p:nvSpPr>
        <p:spPr>
          <a:xfrm>
            <a:off x="10096899" y="3924285"/>
            <a:ext cx="97142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LS, CND1400-00</a:t>
            </a:r>
          </a:p>
        </p:txBody>
      </p:sp>
      <p:sp>
        <p:nvSpPr>
          <p:cNvPr id="55" name="Flowchart: Decision 54">
            <a:extLst>
              <a:ext uri="{FF2B5EF4-FFF2-40B4-BE49-F238E27FC236}">
                <a16:creationId xmlns:a16="http://schemas.microsoft.com/office/drawing/2014/main" id="{7E28BA18-8063-02B5-564B-94F96EACBCE1}"/>
              </a:ext>
            </a:extLst>
          </p:cNvPr>
          <p:cNvSpPr/>
          <p:nvPr/>
        </p:nvSpPr>
        <p:spPr>
          <a:xfrm>
            <a:off x="10263037" y="307076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0" name="Straight Connector 59">
            <a:extLst>
              <a:ext uri="{FF2B5EF4-FFF2-40B4-BE49-F238E27FC236}">
                <a16:creationId xmlns:a16="http://schemas.microsoft.com/office/drawing/2014/main" id="{372A702C-3343-3F71-D657-005C4FCBF1B3}"/>
              </a:ext>
            </a:extLst>
          </p:cNvPr>
          <p:cNvCxnSpPr>
            <a:cxnSpLocks/>
            <a:endCxn id="55" idx="2"/>
          </p:cNvCxnSpPr>
          <p:nvPr/>
        </p:nvCxnSpPr>
        <p:spPr>
          <a:xfrm flipV="1">
            <a:off x="10356444" y="326551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61" name="Flowchart: Decision 60">
            <a:extLst>
              <a:ext uri="{FF2B5EF4-FFF2-40B4-BE49-F238E27FC236}">
                <a16:creationId xmlns:a16="http://schemas.microsoft.com/office/drawing/2014/main" id="{1842A7D4-0ED7-A803-69BB-E60007A26971}"/>
              </a:ext>
            </a:extLst>
          </p:cNvPr>
          <p:cNvSpPr/>
          <p:nvPr/>
        </p:nvSpPr>
        <p:spPr>
          <a:xfrm>
            <a:off x="10682960" y="3058931"/>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8" name="Straight Connector 87">
            <a:extLst>
              <a:ext uri="{FF2B5EF4-FFF2-40B4-BE49-F238E27FC236}">
                <a16:creationId xmlns:a16="http://schemas.microsoft.com/office/drawing/2014/main" id="{B2423C82-8604-BF85-8C9C-88B2875258B3}"/>
              </a:ext>
            </a:extLst>
          </p:cNvPr>
          <p:cNvCxnSpPr>
            <a:cxnSpLocks/>
            <a:endCxn id="61" idx="2"/>
          </p:cNvCxnSpPr>
          <p:nvPr/>
        </p:nvCxnSpPr>
        <p:spPr>
          <a:xfrm flipV="1">
            <a:off x="10776367" y="3253681"/>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89" name="Flowchart: Decision 88">
            <a:extLst>
              <a:ext uri="{FF2B5EF4-FFF2-40B4-BE49-F238E27FC236}">
                <a16:creationId xmlns:a16="http://schemas.microsoft.com/office/drawing/2014/main" id="{79B45EB3-5B35-F8FC-6581-F1351D5BC144}"/>
              </a:ext>
            </a:extLst>
          </p:cNvPr>
          <p:cNvSpPr/>
          <p:nvPr/>
        </p:nvSpPr>
        <p:spPr>
          <a:xfrm>
            <a:off x="11102883" y="3057034"/>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91" name="Straight Connector 90">
            <a:extLst>
              <a:ext uri="{FF2B5EF4-FFF2-40B4-BE49-F238E27FC236}">
                <a16:creationId xmlns:a16="http://schemas.microsoft.com/office/drawing/2014/main" id="{09534119-37F1-38A3-A381-1EB7AA274F3B}"/>
              </a:ext>
            </a:extLst>
          </p:cNvPr>
          <p:cNvCxnSpPr>
            <a:cxnSpLocks/>
            <a:endCxn id="89" idx="2"/>
          </p:cNvCxnSpPr>
          <p:nvPr/>
        </p:nvCxnSpPr>
        <p:spPr>
          <a:xfrm flipV="1">
            <a:off x="11196290" y="3251784"/>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92" name="Flowchart: Decision 91">
            <a:extLst>
              <a:ext uri="{FF2B5EF4-FFF2-40B4-BE49-F238E27FC236}">
                <a16:creationId xmlns:a16="http://schemas.microsoft.com/office/drawing/2014/main" id="{C9BBA1AF-C36A-82B3-3572-D57C916C009F}"/>
              </a:ext>
            </a:extLst>
          </p:cNvPr>
          <p:cNvSpPr/>
          <p:nvPr/>
        </p:nvSpPr>
        <p:spPr>
          <a:xfrm>
            <a:off x="11522806" y="305513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93" name="Straight Connector 92">
            <a:extLst>
              <a:ext uri="{FF2B5EF4-FFF2-40B4-BE49-F238E27FC236}">
                <a16:creationId xmlns:a16="http://schemas.microsoft.com/office/drawing/2014/main" id="{B7487415-2098-C073-DA4C-FCC8E547FFED}"/>
              </a:ext>
            </a:extLst>
          </p:cNvPr>
          <p:cNvCxnSpPr>
            <a:cxnSpLocks/>
            <a:endCxn id="92" idx="2"/>
          </p:cNvCxnSpPr>
          <p:nvPr/>
        </p:nvCxnSpPr>
        <p:spPr>
          <a:xfrm flipV="1">
            <a:off x="11616213" y="3249887"/>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0AB46813-5785-C841-2B8F-66B48A0CB219}"/>
              </a:ext>
            </a:extLst>
          </p:cNvPr>
          <p:cNvSpPr/>
          <p:nvPr/>
        </p:nvSpPr>
        <p:spPr>
          <a:xfrm>
            <a:off x="11783292" y="376084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5" name="TextBox 94">
            <a:extLst>
              <a:ext uri="{FF2B5EF4-FFF2-40B4-BE49-F238E27FC236}">
                <a16:creationId xmlns:a16="http://schemas.microsoft.com/office/drawing/2014/main" id="{849E1F0D-E243-F272-3AF8-E5A6FCF43958}"/>
              </a:ext>
            </a:extLst>
          </p:cNvPr>
          <p:cNvSpPr txBox="1"/>
          <p:nvPr/>
        </p:nvSpPr>
        <p:spPr>
          <a:xfrm>
            <a:off x="11718401" y="3569206"/>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96" name="Oval 95">
            <a:extLst>
              <a:ext uri="{FF2B5EF4-FFF2-40B4-BE49-F238E27FC236}">
                <a16:creationId xmlns:a16="http://schemas.microsoft.com/office/drawing/2014/main" id="{5C1C4A9D-F1E0-783F-01FD-02F76E1CA61D}"/>
              </a:ext>
            </a:extLst>
          </p:cNvPr>
          <p:cNvSpPr/>
          <p:nvPr/>
        </p:nvSpPr>
        <p:spPr>
          <a:xfrm>
            <a:off x="10325153" y="376926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7" name="Oval 96">
            <a:extLst>
              <a:ext uri="{FF2B5EF4-FFF2-40B4-BE49-F238E27FC236}">
                <a16:creationId xmlns:a16="http://schemas.microsoft.com/office/drawing/2014/main" id="{04F7A600-4C5C-5183-EDCD-DFF193846EBE}"/>
              </a:ext>
            </a:extLst>
          </p:cNvPr>
          <p:cNvSpPr/>
          <p:nvPr/>
        </p:nvSpPr>
        <p:spPr>
          <a:xfrm>
            <a:off x="10744741" y="376341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8" name="Oval 97">
            <a:extLst>
              <a:ext uri="{FF2B5EF4-FFF2-40B4-BE49-F238E27FC236}">
                <a16:creationId xmlns:a16="http://schemas.microsoft.com/office/drawing/2014/main" id="{CCDD666F-16AD-18FA-BF49-76D4077D6584}"/>
              </a:ext>
            </a:extLst>
          </p:cNvPr>
          <p:cNvSpPr/>
          <p:nvPr/>
        </p:nvSpPr>
        <p:spPr>
          <a:xfrm>
            <a:off x="11162501" y="3763414"/>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9" name="Oval 98">
            <a:extLst>
              <a:ext uri="{FF2B5EF4-FFF2-40B4-BE49-F238E27FC236}">
                <a16:creationId xmlns:a16="http://schemas.microsoft.com/office/drawing/2014/main" id="{8263588D-0AFA-E9AA-1EF5-FFF96AE06109}"/>
              </a:ext>
            </a:extLst>
          </p:cNvPr>
          <p:cNvSpPr/>
          <p:nvPr/>
        </p:nvSpPr>
        <p:spPr>
          <a:xfrm>
            <a:off x="11590913" y="3760170"/>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00" name="TextBox 99">
            <a:extLst>
              <a:ext uri="{FF2B5EF4-FFF2-40B4-BE49-F238E27FC236}">
                <a16:creationId xmlns:a16="http://schemas.microsoft.com/office/drawing/2014/main" id="{4149A883-C2E8-4265-DF93-76B2859D8FA2}"/>
              </a:ext>
            </a:extLst>
          </p:cNvPr>
          <p:cNvSpPr txBox="1"/>
          <p:nvPr/>
        </p:nvSpPr>
        <p:spPr>
          <a:xfrm>
            <a:off x="9419044" y="3265517"/>
            <a:ext cx="451214"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Voor</a:t>
            </a:r>
          </a:p>
        </p:txBody>
      </p:sp>
    </p:spTree>
    <p:extLst>
      <p:ext uri="{BB962C8B-B14F-4D97-AF65-F5344CB8AC3E}">
        <p14:creationId xmlns:p14="http://schemas.microsoft.com/office/powerpoint/2010/main" val="3351761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939116" cy="4314379"/>
          </a:xfrm>
        </p:spPr>
        <p:txBody>
          <a:bodyPr/>
          <a:lstStyle/>
          <a:p>
            <a:r>
              <a:rPr lang="nl-NL" dirty="0"/>
              <a:t>Startsituatie: bestaande LS kabel met huisaansluitingen daarop aangesloten zoals het resultaat van scenario 2.</a:t>
            </a:r>
          </a:p>
          <a:p>
            <a:endParaRPr lang="nl-NL" dirty="0"/>
          </a:p>
          <a:p>
            <a:r>
              <a:rPr lang="nl-NL" dirty="0"/>
              <a:t>Aanpassen/toevoegen in ontwerptekening, scenario 3</a:t>
            </a:r>
          </a:p>
          <a:p>
            <a:pPr marL="342900" indent="-342900">
              <a:buFont typeface="+mj-lt"/>
              <a:buAutoNum type="arabicPeriod"/>
            </a:pPr>
            <a:r>
              <a:rPr lang="nl-NL" dirty="0"/>
              <a:t>De </a:t>
            </a:r>
            <a:r>
              <a:rPr lang="nl-NL" dirty="0" err="1"/>
              <a:t>geplitste</a:t>
            </a:r>
            <a:r>
              <a:rPr lang="nl-NL" dirty="0"/>
              <a:t> kabeldelen uit scenario 2 wordt verwijderd (status wordt "Verwijderd") </a:t>
            </a:r>
          </a:p>
          <a:p>
            <a:pPr marL="342900" indent="-342900">
              <a:buFont typeface="+mj-lt"/>
              <a:buAutoNum type="arabicPeriod"/>
            </a:pPr>
            <a:r>
              <a:rPr lang="nl-NL" dirty="0"/>
              <a:t>Er wordt een nieuwe zwaardere kabel getekend die de twee oude kabeldelen vervangt. Deze wordt vanuit één kant gevoed en krijgt het verbindingsnummer van de oude kabel die aan het zelfde station zat. </a:t>
            </a:r>
          </a:p>
          <a:p>
            <a:pPr marL="342900" indent="-342900">
              <a:buFont typeface="+mj-lt"/>
              <a:buAutoNum type="arabicPeriod"/>
            </a:pPr>
            <a:r>
              <a:rPr lang="nl-NL" dirty="0"/>
              <a:t>Op het einde van deze kabel wordt een nieuwe </a:t>
            </a:r>
            <a:r>
              <a:rPr lang="nl-NL" dirty="0" err="1"/>
              <a:t>eindmof</a:t>
            </a:r>
            <a:r>
              <a:rPr lang="nl-NL" dirty="0"/>
              <a:t> geplaatst (Status Nieuw).</a:t>
            </a:r>
          </a:p>
          <a:p>
            <a:pPr marL="342900" indent="-342900">
              <a:buFont typeface="+mj-lt"/>
              <a:buAutoNum type="arabicPeriod"/>
            </a:pPr>
            <a:endParaRPr lang="nl-NL" dirty="0"/>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3: Verzwaring LS</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42</a:t>
            </a:fld>
            <a:endParaRPr lang="nl-NL" noProof="0"/>
          </a:p>
        </p:txBody>
      </p:sp>
      <p:pic>
        <p:nvPicPr>
          <p:cNvPr id="8" name="Picture 7">
            <a:extLst>
              <a:ext uri="{FF2B5EF4-FFF2-40B4-BE49-F238E27FC236}">
                <a16:creationId xmlns:a16="http://schemas.microsoft.com/office/drawing/2014/main" id="{0132D879-17AA-83E1-3E76-B8CA11AAAAE7}"/>
              </a:ext>
            </a:extLst>
          </p:cNvPr>
          <p:cNvPicPr>
            <a:picLocks noChangeAspect="1"/>
          </p:cNvPicPr>
          <p:nvPr/>
        </p:nvPicPr>
        <p:blipFill>
          <a:blip r:embed="rId2"/>
          <a:stretch>
            <a:fillRect/>
          </a:stretch>
        </p:blipFill>
        <p:spPr>
          <a:xfrm>
            <a:off x="10404954" y="921297"/>
            <a:ext cx="1708428" cy="2108729"/>
          </a:xfrm>
          <a:prstGeom prst="rect">
            <a:avLst/>
          </a:prstGeom>
        </p:spPr>
      </p:pic>
      <p:sp>
        <p:nvSpPr>
          <p:cNvPr id="6" name="Rectangle 5">
            <a:extLst>
              <a:ext uri="{FF2B5EF4-FFF2-40B4-BE49-F238E27FC236}">
                <a16:creationId xmlns:a16="http://schemas.microsoft.com/office/drawing/2014/main" id="{C91E94E9-B324-A0C9-C9CD-31C9A1B70AD6}"/>
              </a:ext>
            </a:extLst>
          </p:cNvPr>
          <p:cNvSpPr/>
          <p:nvPr/>
        </p:nvSpPr>
        <p:spPr>
          <a:xfrm>
            <a:off x="9561229" y="3599870"/>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 name="Straight Connector 6">
            <a:extLst>
              <a:ext uri="{FF2B5EF4-FFF2-40B4-BE49-F238E27FC236}">
                <a16:creationId xmlns:a16="http://schemas.microsoft.com/office/drawing/2014/main" id="{81374738-630C-36F6-AD82-6E3EDDD7C497}"/>
              </a:ext>
            </a:extLst>
          </p:cNvPr>
          <p:cNvCxnSpPr>
            <a:cxnSpLocks/>
            <a:stCxn id="6" idx="3"/>
          </p:cNvCxnSpPr>
          <p:nvPr/>
        </p:nvCxnSpPr>
        <p:spPr>
          <a:xfrm flipV="1">
            <a:off x="10018429" y="3824420"/>
            <a:ext cx="868567" cy="405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1DE72E9-9419-86EC-C921-BCBD941B8D95}"/>
              </a:ext>
            </a:extLst>
          </p:cNvPr>
          <p:cNvSpPr txBox="1"/>
          <p:nvPr/>
        </p:nvSpPr>
        <p:spPr>
          <a:xfrm>
            <a:off x="10114122" y="3941007"/>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CND1400-00</a:t>
            </a:r>
          </a:p>
        </p:txBody>
      </p:sp>
      <p:sp>
        <p:nvSpPr>
          <p:cNvPr id="10" name="Flowchart: Decision 9">
            <a:extLst>
              <a:ext uri="{FF2B5EF4-FFF2-40B4-BE49-F238E27FC236}">
                <a16:creationId xmlns:a16="http://schemas.microsoft.com/office/drawing/2014/main" id="{3DEF4196-33AF-98A7-3ED5-591EB278B388}"/>
              </a:ext>
            </a:extLst>
          </p:cNvPr>
          <p:cNvSpPr/>
          <p:nvPr/>
        </p:nvSpPr>
        <p:spPr>
          <a:xfrm>
            <a:off x="10280260" y="3087489"/>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1" name="Straight Connector 10">
            <a:extLst>
              <a:ext uri="{FF2B5EF4-FFF2-40B4-BE49-F238E27FC236}">
                <a16:creationId xmlns:a16="http://schemas.microsoft.com/office/drawing/2014/main" id="{30692DC4-9033-D517-9E89-D19673D1504C}"/>
              </a:ext>
            </a:extLst>
          </p:cNvPr>
          <p:cNvCxnSpPr>
            <a:cxnSpLocks/>
            <a:endCxn id="10" idx="2"/>
          </p:cNvCxnSpPr>
          <p:nvPr/>
        </p:nvCxnSpPr>
        <p:spPr>
          <a:xfrm flipV="1">
            <a:off x="10373667" y="3282239"/>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Flowchart: Decision 11">
            <a:extLst>
              <a:ext uri="{FF2B5EF4-FFF2-40B4-BE49-F238E27FC236}">
                <a16:creationId xmlns:a16="http://schemas.microsoft.com/office/drawing/2014/main" id="{61B67F6A-4AE3-07FD-9442-E90FDB2E2293}"/>
              </a:ext>
            </a:extLst>
          </p:cNvPr>
          <p:cNvSpPr/>
          <p:nvPr/>
        </p:nvSpPr>
        <p:spPr>
          <a:xfrm>
            <a:off x="10700183" y="3075653"/>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3" name="Straight Connector 12">
            <a:extLst>
              <a:ext uri="{FF2B5EF4-FFF2-40B4-BE49-F238E27FC236}">
                <a16:creationId xmlns:a16="http://schemas.microsoft.com/office/drawing/2014/main" id="{D0D572DB-3922-2728-2C50-CDC49A6D8B9F}"/>
              </a:ext>
            </a:extLst>
          </p:cNvPr>
          <p:cNvCxnSpPr>
            <a:cxnSpLocks/>
            <a:endCxn id="12" idx="2"/>
          </p:cNvCxnSpPr>
          <p:nvPr/>
        </p:nvCxnSpPr>
        <p:spPr>
          <a:xfrm flipV="1">
            <a:off x="10793590" y="3270403"/>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4" name="Flowchart: Decision 13">
            <a:extLst>
              <a:ext uri="{FF2B5EF4-FFF2-40B4-BE49-F238E27FC236}">
                <a16:creationId xmlns:a16="http://schemas.microsoft.com/office/drawing/2014/main" id="{48557B8A-E139-FF97-F360-881253AB1C36}"/>
              </a:ext>
            </a:extLst>
          </p:cNvPr>
          <p:cNvSpPr/>
          <p:nvPr/>
        </p:nvSpPr>
        <p:spPr>
          <a:xfrm>
            <a:off x="11120106" y="3073756"/>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5" name="Straight Connector 14">
            <a:extLst>
              <a:ext uri="{FF2B5EF4-FFF2-40B4-BE49-F238E27FC236}">
                <a16:creationId xmlns:a16="http://schemas.microsoft.com/office/drawing/2014/main" id="{6149D1D2-33ED-9B4D-E379-3CE25875B273}"/>
              </a:ext>
            </a:extLst>
          </p:cNvPr>
          <p:cNvCxnSpPr>
            <a:cxnSpLocks/>
            <a:endCxn id="14" idx="2"/>
          </p:cNvCxnSpPr>
          <p:nvPr/>
        </p:nvCxnSpPr>
        <p:spPr>
          <a:xfrm flipV="1">
            <a:off x="11213513" y="3268506"/>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Flowchart: Decision 15">
            <a:extLst>
              <a:ext uri="{FF2B5EF4-FFF2-40B4-BE49-F238E27FC236}">
                <a16:creationId xmlns:a16="http://schemas.microsoft.com/office/drawing/2014/main" id="{A4CC714F-74B5-099C-E504-236B57E56502}"/>
              </a:ext>
            </a:extLst>
          </p:cNvPr>
          <p:cNvSpPr/>
          <p:nvPr/>
        </p:nvSpPr>
        <p:spPr>
          <a:xfrm>
            <a:off x="11540029" y="3071859"/>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7" name="Straight Connector 16">
            <a:extLst>
              <a:ext uri="{FF2B5EF4-FFF2-40B4-BE49-F238E27FC236}">
                <a16:creationId xmlns:a16="http://schemas.microsoft.com/office/drawing/2014/main" id="{04A73F7B-08F9-1981-0D8D-978698B8CF0A}"/>
              </a:ext>
            </a:extLst>
          </p:cNvPr>
          <p:cNvCxnSpPr>
            <a:cxnSpLocks/>
            <a:endCxn id="16" idx="2"/>
          </p:cNvCxnSpPr>
          <p:nvPr/>
        </p:nvCxnSpPr>
        <p:spPr>
          <a:xfrm flipV="1">
            <a:off x="11633436" y="3266609"/>
            <a:ext cx="0" cy="546231"/>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D3306EE7-773C-4AC5-2EE6-EA5C8F398329}"/>
              </a:ext>
            </a:extLst>
          </p:cNvPr>
          <p:cNvSpPr/>
          <p:nvPr/>
        </p:nvSpPr>
        <p:spPr>
          <a:xfrm>
            <a:off x="10862538" y="3782568"/>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9" name="TextBox 18">
            <a:extLst>
              <a:ext uri="{FF2B5EF4-FFF2-40B4-BE49-F238E27FC236}">
                <a16:creationId xmlns:a16="http://schemas.microsoft.com/office/drawing/2014/main" id="{534C932E-4777-988D-5642-E0BE8B7A88D4}"/>
              </a:ext>
            </a:extLst>
          </p:cNvPr>
          <p:cNvSpPr txBox="1"/>
          <p:nvPr/>
        </p:nvSpPr>
        <p:spPr>
          <a:xfrm>
            <a:off x="10883882" y="3632653"/>
            <a:ext cx="19236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EM</a:t>
            </a:r>
          </a:p>
        </p:txBody>
      </p:sp>
      <p:sp>
        <p:nvSpPr>
          <p:cNvPr id="20" name="Oval 19">
            <a:extLst>
              <a:ext uri="{FF2B5EF4-FFF2-40B4-BE49-F238E27FC236}">
                <a16:creationId xmlns:a16="http://schemas.microsoft.com/office/drawing/2014/main" id="{06AC6B1D-9FCE-54C5-BE6C-7F08868B4253}"/>
              </a:ext>
            </a:extLst>
          </p:cNvPr>
          <p:cNvSpPr/>
          <p:nvPr/>
        </p:nvSpPr>
        <p:spPr>
          <a:xfrm>
            <a:off x="10342376" y="3785989"/>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1" name="Oval 20">
            <a:extLst>
              <a:ext uri="{FF2B5EF4-FFF2-40B4-BE49-F238E27FC236}">
                <a16:creationId xmlns:a16="http://schemas.microsoft.com/office/drawing/2014/main" id="{D1F36554-8F19-8793-E411-6B22EE7586B8}"/>
              </a:ext>
            </a:extLst>
          </p:cNvPr>
          <p:cNvSpPr/>
          <p:nvPr/>
        </p:nvSpPr>
        <p:spPr>
          <a:xfrm>
            <a:off x="10761964" y="378013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2" name="Oval 21">
            <a:extLst>
              <a:ext uri="{FF2B5EF4-FFF2-40B4-BE49-F238E27FC236}">
                <a16:creationId xmlns:a16="http://schemas.microsoft.com/office/drawing/2014/main" id="{6C0E8968-596A-9B62-6B02-8CDA017B6182}"/>
              </a:ext>
            </a:extLst>
          </p:cNvPr>
          <p:cNvSpPr/>
          <p:nvPr/>
        </p:nvSpPr>
        <p:spPr>
          <a:xfrm>
            <a:off x="11179724" y="3780136"/>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3" name="Oval 22">
            <a:extLst>
              <a:ext uri="{FF2B5EF4-FFF2-40B4-BE49-F238E27FC236}">
                <a16:creationId xmlns:a16="http://schemas.microsoft.com/office/drawing/2014/main" id="{E79DE13E-DAE8-B839-F4D3-E44E39BD2836}"/>
              </a:ext>
            </a:extLst>
          </p:cNvPr>
          <p:cNvSpPr/>
          <p:nvPr/>
        </p:nvSpPr>
        <p:spPr>
          <a:xfrm>
            <a:off x="11608136" y="3776892"/>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4" name="TextBox 23">
            <a:extLst>
              <a:ext uri="{FF2B5EF4-FFF2-40B4-BE49-F238E27FC236}">
                <a16:creationId xmlns:a16="http://schemas.microsoft.com/office/drawing/2014/main" id="{46093428-4BD2-1F7F-29B2-BF7178041728}"/>
              </a:ext>
            </a:extLst>
          </p:cNvPr>
          <p:cNvSpPr txBox="1"/>
          <p:nvPr/>
        </p:nvSpPr>
        <p:spPr>
          <a:xfrm>
            <a:off x="9436267" y="3282239"/>
            <a:ext cx="451214"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Voor</a:t>
            </a:r>
          </a:p>
        </p:txBody>
      </p:sp>
      <p:cxnSp>
        <p:nvCxnSpPr>
          <p:cNvPr id="25" name="Straight Connector 24">
            <a:extLst>
              <a:ext uri="{FF2B5EF4-FFF2-40B4-BE49-F238E27FC236}">
                <a16:creationId xmlns:a16="http://schemas.microsoft.com/office/drawing/2014/main" id="{5D6D561A-0E82-10F0-134C-1942A1FFC889}"/>
              </a:ext>
            </a:extLst>
          </p:cNvPr>
          <p:cNvCxnSpPr>
            <a:cxnSpLocks/>
          </p:cNvCxnSpPr>
          <p:nvPr/>
        </p:nvCxnSpPr>
        <p:spPr>
          <a:xfrm>
            <a:off x="11085542" y="3818556"/>
            <a:ext cx="777551" cy="1282"/>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A4DF50B-8CD9-6B72-8E54-0C1204CFCC67}"/>
              </a:ext>
            </a:extLst>
          </p:cNvPr>
          <p:cNvSpPr/>
          <p:nvPr/>
        </p:nvSpPr>
        <p:spPr>
          <a:xfrm>
            <a:off x="11045455" y="3780066"/>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7" name="Rectangle 26">
            <a:extLst>
              <a:ext uri="{FF2B5EF4-FFF2-40B4-BE49-F238E27FC236}">
                <a16:creationId xmlns:a16="http://schemas.microsoft.com/office/drawing/2014/main" id="{91961DFF-BAD1-B25B-D3BD-71AD0EF2DBD7}"/>
              </a:ext>
            </a:extLst>
          </p:cNvPr>
          <p:cNvSpPr/>
          <p:nvPr/>
        </p:nvSpPr>
        <p:spPr>
          <a:xfrm>
            <a:off x="11851220" y="3739816"/>
            <a:ext cx="155407" cy="16868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28" name="TextBox 27">
            <a:extLst>
              <a:ext uri="{FF2B5EF4-FFF2-40B4-BE49-F238E27FC236}">
                <a16:creationId xmlns:a16="http://schemas.microsoft.com/office/drawing/2014/main" id="{092B2771-16DE-869D-5A1C-83DFB33F2922}"/>
              </a:ext>
            </a:extLst>
          </p:cNvPr>
          <p:cNvSpPr txBox="1"/>
          <p:nvPr/>
        </p:nvSpPr>
        <p:spPr>
          <a:xfrm>
            <a:off x="10980062" y="4071847"/>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CND1500-00</a:t>
            </a:r>
          </a:p>
        </p:txBody>
      </p:sp>
      <p:sp>
        <p:nvSpPr>
          <p:cNvPr id="29" name="Rectangle 28">
            <a:extLst>
              <a:ext uri="{FF2B5EF4-FFF2-40B4-BE49-F238E27FC236}">
                <a16:creationId xmlns:a16="http://schemas.microsoft.com/office/drawing/2014/main" id="{4EACBB0A-D07B-977A-87E5-C3C0276C5EC5}"/>
              </a:ext>
            </a:extLst>
          </p:cNvPr>
          <p:cNvSpPr/>
          <p:nvPr/>
        </p:nvSpPr>
        <p:spPr>
          <a:xfrm>
            <a:off x="9560792" y="4898663"/>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0" name="Straight Connector 29">
            <a:extLst>
              <a:ext uri="{FF2B5EF4-FFF2-40B4-BE49-F238E27FC236}">
                <a16:creationId xmlns:a16="http://schemas.microsoft.com/office/drawing/2014/main" id="{8BAAC522-978A-77A0-E2EE-59A1877586AD}"/>
              </a:ext>
            </a:extLst>
          </p:cNvPr>
          <p:cNvCxnSpPr>
            <a:cxnSpLocks/>
            <a:stCxn id="29" idx="3"/>
          </p:cNvCxnSpPr>
          <p:nvPr/>
        </p:nvCxnSpPr>
        <p:spPr>
          <a:xfrm flipV="1">
            <a:off x="10017992" y="5123213"/>
            <a:ext cx="868567" cy="4050"/>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A486EEE-358E-1268-A594-BCEE2B3B6785}"/>
              </a:ext>
            </a:extLst>
          </p:cNvPr>
          <p:cNvSpPr txBox="1"/>
          <p:nvPr/>
        </p:nvSpPr>
        <p:spPr>
          <a:xfrm>
            <a:off x="10113685" y="5239800"/>
            <a:ext cx="971420" cy="153888"/>
          </a:xfrm>
          <a:prstGeom prst="rect">
            <a:avLst/>
          </a:prstGeom>
          <a:noFill/>
        </p:spPr>
        <p:txBody>
          <a:bodyPr wrap="none" lIns="0" tIns="0" rIns="0" bIns="0" rtlCol="0" anchor="t">
            <a:spAutoFit/>
          </a:bodyPr>
          <a:lstStyle/>
          <a:p>
            <a:pPr algn="l"/>
            <a:r>
              <a:rPr lang="nl-NL" sz="1000" dirty="0">
                <a:solidFill>
                  <a:srgbClr val="FF0000"/>
                </a:solidFill>
                <a:latin typeface="Arial" panose="020B0604020202020204" pitchFamily="34" charset="0"/>
                <a:cs typeface="Arial" panose="020B0604020202020204" pitchFamily="34" charset="0"/>
              </a:rPr>
              <a:t>LS, CND1400-00</a:t>
            </a:r>
          </a:p>
        </p:txBody>
      </p:sp>
      <p:sp>
        <p:nvSpPr>
          <p:cNvPr id="32" name="Flowchart: Decision 31">
            <a:extLst>
              <a:ext uri="{FF2B5EF4-FFF2-40B4-BE49-F238E27FC236}">
                <a16:creationId xmlns:a16="http://schemas.microsoft.com/office/drawing/2014/main" id="{AE79227E-08E8-6390-CCFA-5E7424F15EE4}"/>
              </a:ext>
            </a:extLst>
          </p:cNvPr>
          <p:cNvSpPr/>
          <p:nvPr/>
        </p:nvSpPr>
        <p:spPr>
          <a:xfrm>
            <a:off x="10279823" y="4386282"/>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3" name="Straight Connector 32">
            <a:extLst>
              <a:ext uri="{FF2B5EF4-FFF2-40B4-BE49-F238E27FC236}">
                <a16:creationId xmlns:a16="http://schemas.microsoft.com/office/drawing/2014/main" id="{C70FF8C8-D55B-5429-5BA5-17D6046A24DB}"/>
              </a:ext>
            </a:extLst>
          </p:cNvPr>
          <p:cNvCxnSpPr>
            <a:cxnSpLocks/>
            <a:endCxn id="32" idx="2"/>
          </p:cNvCxnSpPr>
          <p:nvPr/>
        </p:nvCxnSpPr>
        <p:spPr>
          <a:xfrm flipH="1" flipV="1">
            <a:off x="10373230" y="4581032"/>
            <a:ext cx="437" cy="350414"/>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34" name="Flowchart: Decision 33">
            <a:extLst>
              <a:ext uri="{FF2B5EF4-FFF2-40B4-BE49-F238E27FC236}">
                <a16:creationId xmlns:a16="http://schemas.microsoft.com/office/drawing/2014/main" id="{1F52C262-C3B1-683C-0B08-721DCB1750CB}"/>
              </a:ext>
            </a:extLst>
          </p:cNvPr>
          <p:cNvSpPr/>
          <p:nvPr/>
        </p:nvSpPr>
        <p:spPr>
          <a:xfrm>
            <a:off x="10699746" y="4374446"/>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5" name="Straight Connector 34">
            <a:extLst>
              <a:ext uri="{FF2B5EF4-FFF2-40B4-BE49-F238E27FC236}">
                <a16:creationId xmlns:a16="http://schemas.microsoft.com/office/drawing/2014/main" id="{43804418-FFD9-7D9D-5F40-1CA2CF122F63}"/>
              </a:ext>
            </a:extLst>
          </p:cNvPr>
          <p:cNvCxnSpPr>
            <a:cxnSpLocks/>
            <a:endCxn id="34" idx="2"/>
          </p:cNvCxnSpPr>
          <p:nvPr/>
        </p:nvCxnSpPr>
        <p:spPr>
          <a:xfrm flipH="1" flipV="1">
            <a:off x="10793153" y="4569196"/>
            <a:ext cx="437" cy="362250"/>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36" name="Flowchart: Decision 35">
            <a:extLst>
              <a:ext uri="{FF2B5EF4-FFF2-40B4-BE49-F238E27FC236}">
                <a16:creationId xmlns:a16="http://schemas.microsoft.com/office/drawing/2014/main" id="{9FD06719-B828-D5B1-B736-8489BAA56B2D}"/>
              </a:ext>
            </a:extLst>
          </p:cNvPr>
          <p:cNvSpPr/>
          <p:nvPr/>
        </p:nvSpPr>
        <p:spPr>
          <a:xfrm>
            <a:off x="11119669" y="4372549"/>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7" name="Straight Connector 36">
            <a:extLst>
              <a:ext uri="{FF2B5EF4-FFF2-40B4-BE49-F238E27FC236}">
                <a16:creationId xmlns:a16="http://schemas.microsoft.com/office/drawing/2014/main" id="{93078EC3-3C3A-9E91-8DA5-36F2BE9E8850}"/>
              </a:ext>
            </a:extLst>
          </p:cNvPr>
          <p:cNvCxnSpPr>
            <a:cxnSpLocks/>
            <a:endCxn id="36" idx="2"/>
          </p:cNvCxnSpPr>
          <p:nvPr/>
        </p:nvCxnSpPr>
        <p:spPr>
          <a:xfrm flipH="1" flipV="1">
            <a:off x="11213076" y="4567299"/>
            <a:ext cx="437" cy="383319"/>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38" name="Flowchart: Decision 37">
            <a:extLst>
              <a:ext uri="{FF2B5EF4-FFF2-40B4-BE49-F238E27FC236}">
                <a16:creationId xmlns:a16="http://schemas.microsoft.com/office/drawing/2014/main" id="{454C0588-CC44-D6E1-600C-608617403149}"/>
              </a:ext>
            </a:extLst>
          </p:cNvPr>
          <p:cNvSpPr/>
          <p:nvPr/>
        </p:nvSpPr>
        <p:spPr>
          <a:xfrm>
            <a:off x="11539592" y="4370652"/>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9" name="Straight Connector 38">
            <a:extLst>
              <a:ext uri="{FF2B5EF4-FFF2-40B4-BE49-F238E27FC236}">
                <a16:creationId xmlns:a16="http://schemas.microsoft.com/office/drawing/2014/main" id="{7C4672DC-900C-4006-9C34-EBB8470B4A14}"/>
              </a:ext>
            </a:extLst>
          </p:cNvPr>
          <p:cNvCxnSpPr>
            <a:cxnSpLocks/>
            <a:endCxn id="38" idx="2"/>
          </p:cNvCxnSpPr>
          <p:nvPr/>
        </p:nvCxnSpPr>
        <p:spPr>
          <a:xfrm flipH="1" flipV="1">
            <a:off x="11632999" y="4565402"/>
            <a:ext cx="437" cy="385216"/>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18066E0C-FAB6-7381-9A8E-264B18D7F1A2}"/>
              </a:ext>
            </a:extLst>
          </p:cNvPr>
          <p:cNvSpPr/>
          <p:nvPr/>
        </p:nvSpPr>
        <p:spPr>
          <a:xfrm>
            <a:off x="10862101" y="5081361"/>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1" name="TextBox 40">
            <a:extLst>
              <a:ext uri="{FF2B5EF4-FFF2-40B4-BE49-F238E27FC236}">
                <a16:creationId xmlns:a16="http://schemas.microsoft.com/office/drawing/2014/main" id="{8CC03DBF-74DD-90BE-2C39-4338657061F5}"/>
              </a:ext>
            </a:extLst>
          </p:cNvPr>
          <p:cNvSpPr txBox="1"/>
          <p:nvPr/>
        </p:nvSpPr>
        <p:spPr>
          <a:xfrm>
            <a:off x="10883445" y="4931446"/>
            <a:ext cx="192360" cy="153888"/>
          </a:xfrm>
          <a:prstGeom prst="rect">
            <a:avLst/>
          </a:prstGeom>
          <a:noFill/>
        </p:spPr>
        <p:txBody>
          <a:bodyPr wrap="none" lIns="0" tIns="0" rIns="0" bIns="0" rtlCol="0" anchor="t">
            <a:spAutoFit/>
          </a:bodyPr>
          <a:lstStyle/>
          <a:p>
            <a:pPr algn="l"/>
            <a:r>
              <a:rPr lang="nl-NL" sz="1000" dirty="0">
                <a:solidFill>
                  <a:schemeClr val="tx2"/>
                </a:solidFill>
                <a:latin typeface="Arial" panose="020B0604020202020204" pitchFamily="34" charset="0"/>
                <a:cs typeface="Arial" panose="020B0604020202020204" pitchFamily="34" charset="0"/>
              </a:rPr>
              <a:t>EM</a:t>
            </a:r>
          </a:p>
        </p:txBody>
      </p:sp>
      <p:sp>
        <p:nvSpPr>
          <p:cNvPr id="42" name="Oval 41">
            <a:extLst>
              <a:ext uri="{FF2B5EF4-FFF2-40B4-BE49-F238E27FC236}">
                <a16:creationId xmlns:a16="http://schemas.microsoft.com/office/drawing/2014/main" id="{EED2C22A-55EC-F093-7A8C-7A7134BC0680}"/>
              </a:ext>
            </a:extLst>
          </p:cNvPr>
          <p:cNvSpPr/>
          <p:nvPr/>
        </p:nvSpPr>
        <p:spPr>
          <a:xfrm>
            <a:off x="10343907" y="5092599"/>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3" name="Oval 42">
            <a:extLst>
              <a:ext uri="{FF2B5EF4-FFF2-40B4-BE49-F238E27FC236}">
                <a16:creationId xmlns:a16="http://schemas.microsoft.com/office/drawing/2014/main" id="{F6E67E3E-F001-D38B-AE9D-77FFE9A75B3F}"/>
              </a:ext>
            </a:extLst>
          </p:cNvPr>
          <p:cNvSpPr/>
          <p:nvPr/>
        </p:nvSpPr>
        <p:spPr>
          <a:xfrm>
            <a:off x="10760373" y="5087394"/>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4" name="Oval 43">
            <a:extLst>
              <a:ext uri="{FF2B5EF4-FFF2-40B4-BE49-F238E27FC236}">
                <a16:creationId xmlns:a16="http://schemas.microsoft.com/office/drawing/2014/main" id="{F3214B50-D748-FA16-5604-17ECF38A77BA}"/>
              </a:ext>
            </a:extLst>
          </p:cNvPr>
          <p:cNvSpPr/>
          <p:nvPr/>
        </p:nvSpPr>
        <p:spPr>
          <a:xfrm>
            <a:off x="11188815" y="5078929"/>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5" name="Oval 44">
            <a:extLst>
              <a:ext uri="{FF2B5EF4-FFF2-40B4-BE49-F238E27FC236}">
                <a16:creationId xmlns:a16="http://schemas.microsoft.com/office/drawing/2014/main" id="{8D6A3E19-68CF-43E7-8806-29E6DCDC441E}"/>
              </a:ext>
            </a:extLst>
          </p:cNvPr>
          <p:cNvSpPr/>
          <p:nvPr/>
        </p:nvSpPr>
        <p:spPr>
          <a:xfrm>
            <a:off x="11607699" y="5075685"/>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6" name="TextBox 45">
            <a:extLst>
              <a:ext uri="{FF2B5EF4-FFF2-40B4-BE49-F238E27FC236}">
                <a16:creationId xmlns:a16="http://schemas.microsoft.com/office/drawing/2014/main" id="{34EBA0D1-C341-6214-1612-B6BEF06D1843}"/>
              </a:ext>
            </a:extLst>
          </p:cNvPr>
          <p:cNvSpPr txBox="1"/>
          <p:nvPr/>
        </p:nvSpPr>
        <p:spPr>
          <a:xfrm>
            <a:off x="9435830" y="4581032"/>
            <a:ext cx="833562"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Ontwerp</a:t>
            </a:r>
          </a:p>
        </p:txBody>
      </p:sp>
      <p:cxnSp>
        <p:nvCxnSpPr>
          <p:cNvPr id="47" name="Straight Connector 46">
            <a:extLst>
              <a:ext uri="{FF2B5EF4-FFF2-40B4-BE49-F238E27FC236}">
                <a16:creationId xmlns:a16="http://schemas.microsoft.com/office/drawing/2014/main" id="{9DAC1681-3800-0CB4-892D-7DA4959432AF}"/>
              </a:ext>
            </a:extLst>
          </p:cNvPr>
          <p:cNvCxnSpPr>
            <a:cxnSpLocks/>
          </p:cNvCxnSpPr>
          <p:nvPr/>
        </p:nvCxnSpPr>
        <p:spPr>
          <a:xfrm>
            <a:off x="11073232" y="5111530"/>
            <a:ext cx="777551" cy="1282"/>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9AAA13A5-DFAF-188B-F246-293D945A4530}"/>
              </a:ext>
            </a:extLst>
          </p:cNvPr>
          <p:cNvSpPr/>
          <p:nvPr/>
        </p:nvSpPr>
        <p:spPr>
          <a:xfrm>
            <a:off x="11045018" y="5078859"/>
            <a:ext cx="62578" cy="676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9" name="Rectangle 48">
            <a:extLst>
              <a:ext uri="{FF2B5EF4-FFF2-40B4-BE49-F238E27FC236}">
                <a16:creationId xmlns:a16="http://schemas.microsoft.com/office/drawing/2014/main" id="{1F5072B0-E924-2BCA-2DE7-4C513FEF731D}"/>
              </a:ext>
            </a:extLst>
          </p:cNvPr>
          <p:cNvSpPr/>
          <p:nvPr/>
        </p:nvSpPr>
        <p:spPr>
          <a:xfrm>
            <a:off x="11850783" y="5038609"/>
            <a:ext cx="155407" cy="16868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0" name="TextBox 49">
            <a:extLst>
              <a:ext uri="{FF2B5EF4-FFF2-40B4-BE49-F238E27FC236}">
                <a16:creationId xmlns:a16="http://schemas.microsoft.com/office/drawing/2014/main" id="{748FDDE6-9469-8E4B-70BE-00F9E9DC1AA7}"/>
              </a:ext>
            </a:extLst>
          </p:cNvPr>
          <p:cNvSpPr txBox="1"/>
          <p:nvPr/>
        </p:nvSpPr>
        <p:spPr>
          <a:xfrm>
            <a:off x="10979625" y="5370640"/>
            <a:ext cx="971420" cy="153888"/>
          </a:xfrm>
          <a:prstGeom prst="rect">
            <a:avLst/>
          </a:prstGeom>
          <a:noFill/>
        </p:spPr>
        <p:txBody>
          <a:bodyPr wrap="none" lIns="0" tIns="0" rIns="0" bIns="0" rtlCol="0" anchor="t">
            <a:spAutoFit/>
          </a:bodyPr>
          <a:lstStyle/>
          <a:p>
            <a:pPr algn="l"/>
            <a:r>
              <a:rPr lang="nl-NL" sz="1000" dirty="0">
                <a:solidFill>
                  <a:srgbClr val="FF0000"/>
                </a:solidFill>
                <a:latin typeface="Arial" panose="020B0604020202020204" pitchFamily="34" charset="0"/>
                <a:cs typeface="Arial" panose="020B0604020202020204" pitchFamily="34" charset="0"/>
              </a:rPr>
              <a:t>LS, CND1500-00</a:t>
            </a:r>
          </a:p>
        </p:txBody>
      </p:sp>
      <p:cxnSp>
        <p:nvCxnSpPr>
          <p:cNvPr id="55" name="Straight Connector 54">
            <a:extLst>
              <a:ext uri="{FF2B5EF4-FFF2-40B4-BE49-F238E27FC236}">
                <a16:creationId xmlns:a16="http://schemas.microsoft.com/office/drawing/2014/main" id="{8A4EE095-F4A0-60E5-CEA1-82A8F87A3625}"/>
              </a:ext>
            </a:extLst>
          </p:cNvPr>
          <p:cNvCxnSpPr>
            <a:cxnSpLocks/>
          </p:cNvCxnSpPr>
          <p:nvPr/>
        </p:nvCxnSpPr>
        <p:spPr>
          <a:xfrm flipV="1">
            <a:off x="9993534" y="4928925"/>
            <a:ext cx="1857249" cy="14412"/>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9EB1C071-FE42-C587-515C-753D5E8EB34D}"/>
              </a:ext>
            </a:extLst>
          </p:cNvPr>
          <p:cNvSpPr/>
          <p:nvPr/>
        </p:nvSpPr>
        <p:spPr>
          <a:xfrm>
            <a:off x="11825551" y="4897691"/>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8" name="Oval 57">
            <a:extLst>
              <a:ext uri="{FF2B5EF4-FFF2-40B4-BE49-F238E27FC236}">
                <a16:creationId xmlns:a16="http://schemas.microsoft.com/office/drawing/2014/main" id="{11D904A5-5BD9-0912-9E05-D41C9F45AD39}"/>
              </a:ext>
            </a:extLst>
          </p:cNvPr>
          <p:cNvSpPr/>
          <p:nvPr/>
        </p:nvSpPr>
        <p:spPr>
          <a:xfrm>
            <a:off x="10342376" y="4915425"/>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59" name="Oval 58">
            <a:extLst>
              <a:ext uri="{FF2B5EF4-FFF2-40B4-BE49-F238E27FC236}">
                <a16:creationId xmlns:a16="http://schemas.microsoft.com/office/drawing/2014/main" id="{090DDA32-5EE3-3EDA-7AA9-06CD3C446E85}"/>
              </a:ext>
            </a:extLst>
          </p:cNvPr>
          <p:cNvSpPr/>
          <p:nvPr/>
        </p:nvSpPr>
        <p:spPr>
          <a:xfrm>
            <a:off x="10761964" y="4909573"/>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60" name="Oval 59">
            <a:extLst>
              <a:ext uri="{FF2B5EF4-FFF2-40B4-BE49-F238E27FC236}">
                <a16:creationId xmlns:a16="http://schemas.microsoft.com/office/drawing/2014/main" id="{CB3984DD-2430-082A-40EC-F069C6314921}"/>
              </a:ext>
            </a:extLst>
          </p:cNvPr>
          <p:cNvSpPr/>
          <p:nvPr/>
        </p:nvSpPr>
        <p:spPr>
          <a:xfrm>
            <a:off x="11182069" y="4898724"/>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61" name="Oval 60">
            <a:extLst>
              <a:ext uri="{FF2B5EF4-FFF2-40B4-BE49-F238E27FC236}">
                <a16:creationId xmlns:a16="http://schemas.microsoft.com/office/drawing/2014/main" id="{AC7568D8-E4C6-43F2-2A9A-A785C1AD5E87}"/>
              </a:ext>
            </a:extLst>
          </p:cNvPr>
          <p:cNvSpPr/>
          <p:nvPr/>
        </p:nvSpPr>
        <p:spPr>
          <a:xfrm>
            <a:off x="11602145" y="4896671"/>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63" name="Straight Connector 62">
            <a:extLst>
              <a:ext uri="{FF2B5EF4-FFF2-40B4-BE49-F238E27FC236}">
                <a16:creationId xmlns:a16="http://schemas.microsoft.com/office/drawing/2014/main" id="{FE025A72-B121-61F2-CB77-2FC11D6D666F}"/>
              </a:ext>
            </a:extLst>
          </p:cNvPr>
          <p:cNvCxnSpPr>
            <a:cxnSpLocks/>
            <a:stCxn id="42" idx="0"/>
            <a:endCxn id="58" idx="4"/>
          </p:cNvCxnSpPr>
          <p:nvPr/>
        </p:nvCxnSpPr>
        <p:spPr>
          <a:xfrm flipH="1" flipV="1">
            <a:off x="10373665" y="4983124"/>
            <a:ext cx="1531" cy="109475"/>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C46AAA5-6159-09E0-6B64-471447E3C8AE}"/>
              </a:ext>
            </a:extLst>
          </p:cNvPr>
          <p:cNvCxnSpPr>
            <a:cxnSpLocks/>
          </p:cNvCxnSpPr>
          <p:nvPr/>
        </p:nvCxnSpPr>
        <p:spPr>
          <a:xfrm flipH="1" flipV="1">
            <a:off x="10792303" y="4977096"/>
            <a:ext cx="1531" cy="109475"/>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213C377-02D2-F814-4C95-C711E5619733}"/>
              </a:ext>
            </a:extLst>
          </p:cNvPr>
          <p:cNvCxnSpPr>
            <a:cxnSpLocks/>
          </p:cNvCxnSpPr>
          <p:nvPr/>
        </p:nvCxnSpPr>
        <p:spPr>
          <a:xfrm flipH="1" flipV="1">
            <a:off x="11215196" y="4966957"/>
            <a:ext cx="1531" cy="109475"/>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C9513AC-CAA0-AAE9-B125-887241A0DF5A}"/>
              </a:ext>
            </a:extLst>
          </p:cNvPr>
          <p:cNvCxnSpPr>
            <a:cxnSpLocks/>
          </p:cNvCxnSpPr>
          <p:nvPr/>
        </p:nvCxnSpPr>
        <p:spPr>
          <a:xfrm flipH="1" flipV="1">
            <a:off x="11636467" y="4969533"/>
            <a:ext cx="1531" cy="109475"/>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3D09C4C-1405-84DE-BE03-31239FABB694}"/>
              </a:ext>
            </a:extLst>
          </p:cNvPr>
          <p:cNvSpPr txBox="1"/>
          <p:nvPr/>
        </p:nvSpPr>
        <p:spPr>
          <a:xfrm>
            <a:off x="10008205" y="4751861"/>
            <a:ext cx="971420" cy="153888"/>
          </a:xfrm>
          <a:prstGeom prst="rect">
            <a:avLst/>
          </a:prstGeom>
          <a:noFill/>
        </p:spPr>
        <p:txBody>
          <a:bodyPr wrap="none" lIns="0" tIns="0" rIns="0" bIns="0" rtlCol="0" anchor="t">
            <a:spAutoFit/>
          </a:bodyPr>
          <a:lstStyle/>
          <a:p>
            <a:pPr algn="l"/>
            <a:r>
              <a:rPr lang="nl-NL" sz="1000" dirty="0">
                <a:solidFill>
                  <a:srgbClr val="00B050"/>
                </a:solidFill>
                <a:latin typeface="Arial" panose="020B0604020202020204" pitchFamily="34" charset="0"/>
                <a:cs typeface="Arial" panose="020B0604020202020204" pitchFamily="34" charset="0"/>
              </a:rPr>
              <a:t>LS, CND1400-00</a:t>
            </a:r>
          </a:p>
        </p:txBody>
      </p:sp>
      <p:sp>
        <p:nvSpPr>
          <p:cNvPr id="96" name="Rectangle 95">
            <a:extLst>
              <a:ext uri="{FF2B5EF4-FFF2-40B4-BE49-F238E27FC236}">
                <a16:creationId xmlns:a16="http://schemas.microsoft.com/office/drawing/2014/main" id="{53C8BD46-0D6C-9E49-5558-8CB18047014D}"/>
              </a:ext>
            </a:extLst>
          </p:cNvPr>
          <p:cNvSpPr/>
          <p:nvPr/>
        </p:nvSpPr>
        <p:spPr>
          <a:xfrm>
            <a:off x="9567747" y="6158544"/>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99" name="Flowchart: Decision 98">
            <a:extLst>
              <a:ext uri="{FF2B5EF4-FFF2-40B4-BE49-F238E27FC236}">
                <a16:creationId xmlns:a16="http://schemas.microsoft.com/office/drawing/2014/main" id="{D27FBE48-2FC5-7D28-3B12-09306E068B5C}"/>
              </a:ext>
            </a:extLst>
          </p:cNvPr>
          <p:cNvSpPr/>
          <p:nvPr/>
        </p:nvSpPr>
        <p:spPr>
          <a:xfrm>
            <a:off x="10286778" y="5646163"/>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0" name="Straight Connector 99">
            <a:extLst>
              <a:ext uri="{FF2B5EF4-FFF2-40B4-BE49-F238E27FC236}">
                <a16:creationId xmlns:a16="http://schemas.microsoft.com/office/drawing/2014/main" id="{988F0144-D6FE-6B5C-CD36-94FCEE1B26D0}"/>
              </a:ext>
            </a:extLst>
          </p:cNvPr>
          <p:cNvCxnSpPr>
            <a:cxnSpLocks/>
            <a:endCxn id="99" idx="2"/>
          </p:cNvCxnSpPr>
          <p:nvPr/>
        </p:nvCxnSpPr>
        <p:spPr>
          <a:xfrm flipH="1" flipV="1">
            <a:off x="10380185" y="5840913"/>
            <a:ext cx="437" cy="350414"/>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1" name="Flowchart: Decision 100">
            <a:extLst>
              <a:ext uri="{FF2B5EF4-FFF2-40B4-BE49-F238E27FC236}">
                <a16:creationId xmlns:a16="http://schemas.microsoft.com/office/drawing/2014/main" id="{40F6DB4A-7F08-D8F0-BC29-2BC284A1D9A3}"/>
              </a:ext>
            </a:extLst>
          </p:cNvPr>
          <p:cNvSpPr/>
          <p:nvPr/>
        </p:nvSpPr>
        <p:spPr>
          <a:xfrm>
            <a:off x="10706701" y="5634327"/>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2" name="Straight Connector 101">
            <a:extLst>
              <a:ext uri="{FF2B5EF4-FFF2-40B4-BE49-F238E27FC236}">
                <a16:creationId xmlns:a16="http://schemas.microsoft.com/office/drawing/2014/main" id="{2B2E78B3-7F66-C44A-76F1-008A1743A42E}"/>
              </a:ext>
            </a:extLst>
          </p:cNvPr>
          <p:cNvCxnSpPr>
            <a:cxnSpLocks/>
            <a:endCxn id="101" idx="2"/>
          </p:cNvCxnSpPr>
          <p:nvPr/>
        </p:nvCxnSpPr>
        <p:spPr>
          <a:xfrm flipH="1" flipV="1">
            <a:off x="10800108" y="5829077"/>
            <a:ext cx="437" cy="36225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3" name="Flowchart: Decision 102">
            <a:extLst>
              <a:ext uri="{FF2B5EF4-FFF2-40B4-BE49-F238E27FC236}">
                <a16:creationId xmlns:a16="http://schemas.microsoft.com/office/drawing/2014/main" id="{942F259C-8CED-8B67-2FD7-F4A348AD7FC6}"/>
              </a:ext>
            </a:extLst>
          </p:cNvPr>
          <p:cNvSpPr/>
          <p:nvPr/>
        </p:nvSpPr>
        <p:spPr>
          <a:xfrm>
            <a:off x="11126624" y="5632430"/>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4" name="Straight Connector 103">
            <a:extLst>
              <a:ext uri="{FF2B5EF4-FFF2-40B4-BE49-F238E27FC236}">
                <a16:creationId xmlns:a16="http://schemas.microsoft.com/office/drawing/2014/main" id="{FA05859F-48D3-3C3E-73B1-069EDF7D7122}"/>
              </a:ext>
            </a:extLst>
          </p:cNvPr>
          <p:cNvCxnSpPr>
            <a:cxnSpLocks/>
            <a:endCxn id="103" idx="2"/>
          </p:cNvCxnSpPr>
          <p:nvPr/>
        </p:nvCxnSpPr>
        <p:spPr>
          <a:xfrm flipH="1" flipV="1">
            <a:off x="11220031" y="5827180"/>
            <a:ext cx="437" cy="383319"/>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05" name="Flowchart: Decision 104">
            <a:extLst>
              <a:ext uri="{FF2B5EF4-FFF2-40B4-BE49-F238E27FC236}">
                <a16:creationId xmlns:a16="http://schemas.microsoft.com/office/drawing/2014/main" id="{BB60F462-9F86-1A6B-476C-2379F200BCED}"/>
              </a:ext>
            </a:extLst>
          </p:cNvPr>
          <p:cNvSpPr/>
          <p:nvPr/>
        </p:nvSpPr>
        <p:spPr>
          <a:xfrm>
            <a:off x="11546547" y="5630533"/>
            <a:ext cx="186813" cy="194750"/>
          </a:xfrm>
          <a:prstGeom prst="flowChartDecisi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06" name="Straight Connector 105">
            <a:extLst>
              <a:ext uri="{FF2B5EF4-FFF2-40B4-BE49-F238E27FC236}">
                <a16:creationId xmlns:a16="http://schemas.microsoft.com/office/drawing/2014/main" id="{D970EBD4-ED23-1A1A-5A8A-85613B9120C3}"/>
              </a:ext>
            </a:extLst>
          </p:cNvPr>
          <p:cNvCxnSpPr>
            <a:cxnSpLocks/>
            <a:endCxn id="105" idx="2"/>
          </p:cNvCxnSpPr>
          <p:nvPr/>
        </p:nvCxnSpPr>
        <p:spPr>
          <a:xfrm flipH="1" flipV="1">
            <a:off x="11639954" y="5825283"/>
            <a:ext cx="437" cy="385216"/>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C4A58B12-A334-7A19-A194-347AE59DA592}"/>
              </a:ext>
            </a:extLst>
          </p:cNvPr>
          <p:cNvSpPr txBox="1"/>
          <p:nvPr/>
        </p:nvSpPr>
        <p:spPr>
          <a:xfrm>
            <a:off x="9442785" y="5840913"/>
            <a:ext cx="261290"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Na</a:t>
            </a:r>
          </a:p>
        </p:txBody>
      </p:sp>
      <p:cxnSp>
        <p:nvCxnSpPr>
          <p:cNvPr id="118" name="Straight Connector 117">
            <a:extLst>
              <a:ext uri="{FF2B5EF4-FFF2-40B4-BE49-F238E27FC236}">
                <a16:creationId xmlns:a16="http://schemas.microsoft.com/office/drawing/2014/main" id="{E5FC79B3-2042-B750-9FE0-3221E06BAC44}"/>
              </a:ext>
            </a:extLst>
          </p:cNvPr>
          <p:cNvCxnSpPr>
            <a:cxnSpLocks/>
          </p:cNvCxnSpPr>
          <p:nvPr/>
        </p:nvCxnSpPr>
        <p:spPr>
          <a:xfrm flipV="1">
            <a:off x="10000489" y="6188806"/>
            <a:ext cx="1857249" cy="14412"/>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9D8A96D6-C2A4-81EC-479F-530048099B53}"/>
              </a:ext>
            </a:extLst>
          </p:cNvPr>
          <p:cNvSpPr/>
          <p:nvPr/>
        </p:nvSpPr>
        <p:spPr>
          <a:xfrm>
            <a:off x="11832506" y="6157572"/>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0" name="Oval 119">
            <a:extLst>
              <a:ext uri="{FF2B5EF4-FFF2-40B4-BE49-F238E27FC236}">
                <a16:creationId xmlns:a16="http://schemas.microsoft.com/office/drawing/2014/main" id="{6F8918A6-9F90-25C7-973E-C7883149239C}"/>
              </a:ext>
            </a:extLst>
          </p:cNvPr>
          <p:cNvSpPr/>
          <p:nvPr/>
        </p:nvSpPr>
        <p:spPr>
          <a:xfrm>
            <a:off x="10349331" y="6175306"/>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1" name="Oval 120">
            <a:extLst>
              <a:ext uri="{FF2B5EF4-FFF2-40B4-BE49-F238E27FC236}">
                <a16:creationId xmlns:a16="http://schemas.microsoft.com/office/drawing/2014/main" id="{7A17B87B-82F3-45C8-CF4E-13BA0C843695}"/>
              </a:ext>
            </a:extLst>
          </p:cNvPr>
          <p:cNvSpPr/>
          <p:nvPr/>
        </p:nvSpPr>
        <p:spPr>
          <a:xfrm>
            <a:off x="10768919" y="6169454"/>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2" name="Oval 121">
            <a:extLst>
              <a:ext uri="{FF2B5EF4-FFF2-40B4-BE49-F238E27FC236}">
                <a16:creationId xmlns:a16="http://schemas.microsoft.com/office/drawing/2014/main" id="{501BBF6A-8F49-F18B-C06E-239DCEE88B48}"/>
              </a:ext>
            </a:extLst>
          </p:cNvPr>
          <p:cNvSpPr/>
          <p:nvPr/>
        </p:nvSpPr>
        <p:spPr>
          <a:xfrm>
            <a:off x="11189024" y="615860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3" name="Oval 122">
            <a:extLst>
              <a:ext uri="{FF2B5EF4-FFF2-40B4-BE49-F238E27FC236}">
                <a16:creationId xmlns:a16="http://schemas.microsoft.com/office/drawing/2014/main" id="{355ED1E0-0030-E2E5-D100-71B1BBA8ADAF}"/>
              </a:ext>
            </a:extLst>
          </p:cNvPr>
          <p:cNvSpPr/>
          <p:nvPr/>
        </p:nvSpPr>
        <p:spPr>
          <a:xfrm>
            <a:off x="11609100" y="6156552"/>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128" name="TextBox 127">
            <a:extLst>
              <a:ext uri="{FF2B5EF4-FFF2-40B4-BE49-F238E27FC236}">
                <a16:creationId xmlns:a16="http://schemas.microsoft.com/office/drawing/2014/main" id="{AA6933EE-E3AC-0CE2-9726-54ECACE58C54}"/>
              </a:ext>
            </a:extLst>
          </p:cNvPr>
          <p:cNvSpPr txBox="1"/>
          <p:nvPr/>
        </p:nvSpPr>
        <p:spPr>
          <a:xfrm>
            <a:off x="10266955" y="6301343"/>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CND1400-00</a:t>
            </a:r>
          </a:p>
        </p:txBody>
      </p:sp>
    </p:spTree>
    <p:extLst>
      <p:ext uri="{BB962C8B-B14F-4D97-AF65-F5344CB8AC3E}">
        <p14:creationId xmlns:p14="http://schemas.microsoft.com/office/powerpoint/2010/main" val="1874590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939116" cy="4314379"/>
          </a:xfrm>
        </p:spPr>
        <p:txBody>
          <a:bodyPr/>
          <a:lstStyle/>
          <a:p>
            <a:r>
              <a:rPr lang="nl-NL" dirty="0"/>
              <a:t>Startsituatie: bestaande LS kabel over kruising</a:t>
            </a:r>
          </a:p>
          <a:p>
            <a:endParaRPr lang="nl-NL" dirty="0"/>
          </a:p>
          <a:p>
            <a:r>
              <a:rPr lang="nl-NL" dirty="0"/>
              <a:t>Aanpassen/toevoegen in ontwerptekening</a:t>
            </a:r>
          </a:p>
          <a:p>
            <a:pPr marL="342900" indent="-342900">
              <a:buFont typeface="+mj-lt"/>
              <a:buAutoNum type="arabicPeriod"/>
            </a:pPr>
            <a:r>
              <a:rPr lang="nl-NL" dirty="0"/>
              <a:t>De LS kabel wordt gesplitst, beide delen krijgen status R(</a:t>
            </a:r>
            <a:r>
              <a:rPr lang="nl-NL" dirty="0" err="1"/>
              <a:t>evisie</a:t>
            </a:r>
            <a:r>
              <a:rPr lang="nl-NL" dirty="0"/>
              <a:t>)</a:t>
            </a:r>
          </a:p>
          <a:p>
            <a:pPr marL="342900" indent="-342900">
              <a:buFont typeface="+mj-lt"/>
              <a:buAutoNum type="arabicPeriod"/>
            </a:pPr>
            <a:r>
              <a:rPr lang="nl-NL" dirty="0"/>
              <a:t>Er worden twee hulplijnen getekend en pijlen om de oude ligging en de richting van de verplaatsing aan te geven</a:t>
            </a:r>
          </a:p>
          <a:p>
            <a:pPr marL="342900" indent="-342900">
              <a:buFont typeface="+mj-lt"/>
              <a:buAutoNum type="arabicPeriod"/>
            </a:pPr>
            <a:r>
              <a:rPr lang="nl-NL" dirty="0"/>
              <a:t>Een deel van de bestaande LS Kabels wordt naar de nieuwe ligging aangepast</a:t>
            </a:r>
          </a:p>
          <a:p>
            <a:pPr marL="342900" indent="-342900">
              <a:buFont typeface="+mj-lt"/>
              <a:buAutoNum type="arabicPeriod"/>
            </a:pPr>
            <a:r>
              <a:rPr lang="nl-NL" dirty="0"/>
              <a:t>Er wordt een nieuw stuk LS kabel tussen gezet (Status Nieuw), voorzien van een </a:t>
            </a:r>
            <a:r>
              <a:rPr lang="nl-NL" dirty="0" err="1"/>
              <a:t>verbindingsmof</a:t>
            </a:r>
            <a:r>
              <a:rPr lang="nl-NL" dirty="0"/>
              <a:t> aan beide zijden (status Nieuw)</a:t>
            </a:r>
          </a:p>
          <a:p>
            <a:pPr marL="342900" indent="-342900">
              <a:buFont typeface="+mj-lt"/>
              <a:buAutoNum type="arabicPeriod"/>
            </a:pPr>
            <a:r>
              <a:rPr lang="nl-NL" dirty="0"/>
              <a:t>Alle nieuwe objecten krijgen verbindingsnummer CND1400-00</a:t>
            </a:r>
          </a:p>
          <a:p>
            <a:pPr marL="342900" indent="-342900">
              <a:buFont typeface="+mj-lt"/>
              <a:buAutoNum type="arabicPeriod"/>
            </a:pPr>
            <a:endParaRPr lang="nl-NL" dirty="0"/>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4: Reconstructie kruising naar rotonde</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43</a:t>
            </a:fld>
            <a:endParaRPr lang="nl-NL" noProof="0"/>
          </a:p>
        </p:txBody>
      </p:sp>
      <p:pic>
        <p:nvPicPr>
          <p:cNvPr id="8" name="Picture 7">
            <a:extLst>
              <a:ext uri="{FF2B5EF4-FFF2-40B4-BE49-F238E27FC236}">
                <a16:creationId xmlns:a16="http://schemas.microsoft.com/office/drawing/2014/main" id="{0132D879-17AA-83E1-3E76-B8CA11AAAAE7}"/>
              </a:ext>
            </a:extLst>
          </p:cNvPr>
          <p:cNvPicPr>
            <a:picLocks noChangeAspect="1"/>
          </p:cNvPicPr>
          <p:nvPr/>
        </p:nvPicPr>
        <p:blipFill>
          <a:blip r:embed="rId2"/>
          <a:stretch>
            <a:fillRect/>
          </a:stretch>
        </p:blipFill>
        <p:spPr>
          <a:xfrm>
            <a:off x="10404954" y="921297"/>
            <a:ext cx="1708428" cy="2108729"/>
          </a:xfrm>
          <a:prstGeom prst="rect">
            <a:avLst/>
          </a:prstGeom>
        </p:spPr>
      </p:pic>
      <p:cxnSp>
        <p:nvCxnSpPr>
          <p:cNvPr id="7" name="Straight Connector 6">
            <a:extLst>
              <a:ext uri="{FF2B5EF4-FFF2-40B4-BE49-F238E27FC236}">
                <a16:creationId xmlns:a16="http://schemas.microsoft.com/office/drawing/2014/main" id="{81374738-630C-36F6-AD82-6E3EDDD7C497}"/>
              </a:ext>
            </a:extLst>
          </p:cNvPr>
          <p:cNvCxnSpPr>
            <a:cxnSpLocks/>
          </p:cNvCxnSpPr>
          <p:nvPr/>
        </p:nvCxnSpPr>
        <p:spPr>
          <a:xfrm>
            <a:off x="10024947" y="3432687"/>
            <a:ext cx="1987761" cy="13137"/>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1DE72E9-9419-86EC-C921-BCBD941B8D95}"/>
              </a:ext>
            </a:extLst>
          </p:cNvPr>
          <p:cNvSpPr txBox="1"/>
          <p:nvPr/>
        </p:nvSpPr>
        <p:spPr>
          <a:xfrm>
            <a:off x="10120640" y="3545224"/>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CND1400-00</a:t>
            </a:r>
          </a:p>
        </p:txBody>
      </p:sp>
      <p:sp>
        <p:nvSpPr>
          <p:cNvPr id="24" name="TextBox 23">
            <a:extLst>
              <a:ext uri="{FF2B5EF4-FFF2-40B4-BE49-F238E27FC236}">
                <a16:creationId xmlns:a16="http://schemas.microsoft.com/office/drawing/2014/main" id="{46093428-4BD2-1F7F-29B2-BF7178041728}"/>
              </a:ext>
            </a:extLst>
          </p:cNvPr>
          <p:cNvSpPr txBox="1"/>
          <p:nvPr/>
        </p:nvSpPr>
        <p:spPr>
          <a:xfrm>
            <a:off x="9436267" y="3282239"/>
            <a:ext cx="451214"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Voor</a:t>
            </a:r>
          </a:p>
        </p:txBody>
      </p:sp>
      <p:sp>
        <p:nvSpPr>
          <p:cNvPr id="53" name="TextBox 52">
            <a:extLst>
              <a:ext uri="{FF2B5EF4-FFF2-40B4-BE49-F238E27FC236}">
                <a16:creationId xmlns:a16="http://schemas.microsoft.com/office/drawing/2014/main" id="{3FBCF2AE-8B7E-4CA3-165C-A989A26197C8}"/>
              </a:ext>
            </a:extLst>
          </p:cNvPr>
          <p:cNvSpPr txBox="1"/>
          <p:nvPr/>
        </p:nvSpPr>
        <p:spPr>
          <a:xfrm>
            <a:off x="10120640" y="4499501"/>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CND1400-00</a:t>
            </a:r>
          </a:p>
        </p:txBody>
      </p:sp>
      <p:sp>
        <p:nvSpPr>
          <p:cNvPr id="54" name="TextBox 53">
            <a:extLst>
              <a:ext uri="{FF2B5EF4-FFF2-40B4-BE49-F238E27FC236}">
                <a16:creationId xmlns:a16="http://schemas.microsoft.com/office/drawing/2014/main" id="{9BEECB27-37E2-9DDB-2851-DCAF15D3EF69}"/>
              </a:ext>
            </a:extLst>
          </p:cNvPr>
          <p:cNvSpPr txBox="1"/>
          <p:nvPr/>
        </p:nvSpPr>
        <p:spPr>
          <a:xfrm>
            <a:off x="9436267" y="4065060"/>
            <a:ext cx="833562"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Ontwerp</a:t>
            </a:r>
          </a:p>
        </p:txBody>
      </p:sp>
      <p:cxnSp>
        <p:nvCxnSpPr>
          <p:cNvPr id="64" name="Straight Connector 63">
            <a:extLst>
              <a:ext uri="{FF2B5EF4-FFF2-40B4-BE49-F238E27FC236}">
                <a16:creationId xmlns:a16="http://schemas.microsoft.com/office/drawing/2014/main" id="{99D94F10-EEE3-CD00-DCFF-107B2837A93F}"/>
              </a:ext>
            </a:extLst>
          </p:cNvPr>
          <p:cNvCxnSpPr>
            <a:cxnSpLocks/>
          </p:cNvCxnSpPr>
          <p:nvPr/>
        </p:nvCxnSpPr>
        <p:spPr>
          <a:xfrm flipV="1">
            <a:off x="11460142" y="4367490"/>
            <a:ext cx="552566" cy="9737"/>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DC22D50-481D-35D2-FDE7-B41893AC5AE6}"/>
              </a:ext>
            </a:extLst>
          </p:cNvPr>
          <p:cNvCxnSpPr>
            <a:cxnSpLocks/>
          </p:cNvCxnSpPr>
          <p:nvPr/>
        </p:nvCxnSpPr>
        <p:spPr>
          <a:xfrm flipH="1" flipV="1">
            <a:off x="11259168" y="4109724"/>
            <a:ext cx="200974" cy="267503"/>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2CF759C-F683-E74D-659A-3F2396F5E4DB}"/>
              </a:ext>
            </a:extLst>
          </p:cNvPr>
          <p:cNvCxnSpPr>
            <a:cxnSpLocks/>
            <a:endCxn id="80" idx="2"/>
          </p:cNvCxnSpPr>
          <p:nvPr/>
        </p:nvCxnSpPr>
        <p:spPr>
          <a:xfrm>
            <a:off x="10726505" y="4091506"/>
            <a:ext cx="501374" cy="638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C2B8C0AE-AB94-CC7A-1F62-898732C1F60C}"/>
              </a:ext>
            </a:extLst>
          </p:cNvPr>
          <p:cNvSpPr/>
          <p:nvPr/>
        </p:nvSpPr>
        <p:spPr>
          <a:xfrm>
            <a:off x="11227879" y="4064036"/>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1" name="Straight Connector 80">
            <a:extLst>
              <a:ext uri="{FF2B5EF4-FFF2-40B4-BE49-F238E27FC236}">
                <a16:creationId xmlns:a16="http://schemas.microsoft.com/office/drawing/2014/main" id="{6C1F1727-7102-37C5-40A1-E7D255FE1A97}"/>
              </a:ext>
            </a:extLst>
          </p:cNvPr>
          <p:cNvCxnSpPr>
            <a:cxnSpLocks/>
          </p:cNvCxnSpPr>
          <p:nvPr/>
        </p:nvCxnSpPr>
        <p:spPr>
          <a:xfrm flipV="1">
            <a:off x="10045418" y="4377822"/>
            <a:ext cx="552566" cy="9737"/>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C9F15F9-5B86-44E9-C235-D752E24359F9}"/>
              </a:ext>
            </a:extLst>
          </p:cNvPr>
          <p:cNvCxnSpPr>
            <a:cxnSpLocks/>
          </p:cNvCxnSpPr>
          <p:nvPr/>
        </p:nvCxnSpPr>
        <p:spPr>
          <a:xfrm flipV="1">
            <a:off x="10589478" y="4086975"/>
            <a:ext cx="137694" cy="290252"/>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4BF7A81-EC29-75EF-5C1B-AB5A2F566F33}"/>
              </a:ext>
            </a:extLst>
          </p:cNvPr>
          <p:cNvSpPr/>
          <p:nvPr/>
        </p:nvSpPr>
        <p:spPr>
          <a:xfrm>
            <a:off x="10692508" y="4059327"/>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8" name="Straight Connector 87">
            <a:extLst>
              <a:ext uri="{FF2B5EF4-FFF2-40B4-BE49-F238E27FC236}">
                <a16:creationId xmlns:a16="http://schemas.microsoft.com/office/drawing/2014/main" id="{6CEE252B-5F67-2D5E-1334-F9B42064803F}"/>
              </a:ext>
            </a:extLst>
          </p:cNvPr>
          <p:cNvCxnSpPr>
            <a:cxnSpLocks/>
          </p:cNvCxnSpPr>
          <p:nvPr/>
        </p:nvCxnSpPr>
        <p:spPr>
          <a:xfrm>
            <a:off x="10597984" y="4379089"/>
            <a:ext cx="379208" cy="0"/>
          </a:xfrm>
          <a:prstGeom prst="line">
            <a:avLst/>
          </a:prstGeom>
          <a:ln w="254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AFF4FAD-84DE-7EF8-B1C8-ADE058A779BD}"/>
              </a:ext>
            </a:extLst>
          </p:cNvPr>
          <p:cNvCxnSpPr>
            <a:cxnSpLocks/>
          </p:cNvCxnSpPr>
          <p:nvPr/>
        </p:nvCxnSpPr>
        <p:spPr>
          <a:xfrm>
            <a:off x="11046821" y="4377227"/>
            <a:ext cx="413506" cy="2351"/>
          </a:xfrm>
          <a:prstGeom prst="line">
            <a:avLst/>
          </a:prstGeom>
          <a:ln w="254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F15462F-06AB-5AA1-734D-84EC2AD81A1D}"/>
              </a:ext>
            </a:extLst>
          </p:cNvPr>
          <p:cNvCxnSpPr/>
          <p:nvPr/>
        </p:nvCxnSpPr>
        <p:spPr>
          <a:xfrm flipH="1" flipV="1">
            <a:off x="10723797" y="4157663"/>
            <a:ext cx="228366" cy="18097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9C3409F1-B658-D6E8-6AEB-935C9BFDADF0}"/>
              </a:ext>
            </a:extLst>
          </p:cNvPr>
          <p:cNvCxnSpPr>
            <a:cxnSpLocks/>
          </p:cNvCxnSpPr>
          <p:nvPr/>
        </p:nvCxnSpPr>
        <p:spPr>
          <a:xfrm flipH="1" flipV="1">
            <a:off x="10673405" y="4265118"/>
            <a:ext cx="114183" cy="8702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09C3FD66-13CE-8D32-5638-7FFD66C29CA0}"/>
              </a:ext>
            </a:extLst>
          </p:cNvPr>
          <p:cNvCxnSpPr>
            <a:cxnSpLocks/>
          </p:cNvCxnSpPr>
          <p:nvPr/>
        </p:nvCxnSpPr>
        <p:spPr>
          <a:xfrm flipV="1">
            <a:off x="11099881" y="4172925"/>
            <a:ext cx="171351" cy="175133"/>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427B34C1-6625-C321-5BC8-E88996F15A9C}"/>
              </a:ext>
            </a:extLst>
          </p:cNvPr>
          <p:cNvCxnSpPr>
            <a:cxnSpLocks/>
          </p:cNvCxnSpPr>
          <p:nvPr/>
        </p:nvCxnSpPr>
        <p:spPr>
          <a:xfrm flipV="1">
            <a:off x="11212572" y="4263087"/>
            <a:ext cx="117506" cy="90923"/>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CA74D996-D32B-3BA4-27FE-EFBA5F7AF565}"/>
              </a:ext>
            </a:extLst>
          </p:cNvPr>
          <p:cNvSpPr txBox="1"/>
          <p:nvPr/>
        </p:nvSpPr>
        <p:spPr>
          <a:xfrm>
            <a:off x="10120640" y="5671562"/>
            <a:ext cx="971420"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LS, CND1400-00</a:t>
            </a:r>
          </a:p>
        </p:txBody>
      </p:sp>
      <p:sp>
        <p:nvSpPr>
          <p:cNvPr id="117" name="TextBox 116">
            <a:extLst>
              <a:ext uri="{FF2B5EF4-FFF2-40B4-BE49-F238E27FC236}">
                <a16:creationId xmlns:a16="http://schemas.microsoft.com/office/drawing/2014/main" id="{31D8D0A1-F56D-4A5F-2F41-FAB4545E2841}"/>
              </a:ext>
            </a:extLst>
          </p:cNvPr>
          <p:cNvSpPr txBox="1"/>
          <p:nvPr/>
        </p:nvSpPr>
        <p:spPr>
          <a:xfrm>
            <a:off x="9436267" y="5237121"/>
            <a:ext cx="261290"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Na</a:t>
            </a:r>
          </a:p>
        </p:txBody>
      </p:sp>
      <p:cxnSp>
        <p:nvCxnSpPr>
          <p:cNvPr id="124" name="Straight Connector 123">
            <a:extLst>
              <a:ext uri="{FF2B5EF4-FFF2-40B4-BE49-F238E27FC236}">
                <a16:creationId xmlns:a16="http://schemas.microsoft.com/office/drawing/2014/main" id="{18B53726-A8D5-EDCF-0E47-CF39AA6A4233}"/>
              </a:ext>
            </a:extLst>
          </p:cNvPr>
          <p:cNvCxnSpPr>
            <a:cxnSpLocks/>
          </p:cNvCxnSpPr>
          <p:nvPr/>
        </p:nvCxnSpPr>
        <p:spPr>
          <a:xfrm flipV="1">
            <a:off x="11460142" y="5539551"/>
            <a:ext cx="552566" cy="9737"/>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948982F-F80E-4115-1F94-03AD1B1F4AA3}"/>
              </a:ext>
            </a:extLst>
          </p:cNvPr>
          <p:cNvCxnSpPr>
            <a:cxnSpLocks/>
          </p:cNvCxnSpPr>
          <p:nvPr/>
        </p:nvCxnSpPr>
        <p:spPr>
          <a:xfrm flipH="1" flipV="1">
            <a:off x="11259168" y="5281785"/>
            <a:ext cx="200974" cy="267503"/>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59EC93D-407D-9935-51F3-EC16433681AF}"/>
              </a:ext>
            </a:extLst>
          </p:cNvPr>
          <p:cNvCxnSpPr>
            <a:cxnSpLocks/>
            <a:endCxn id="127" idx="2"/>
          </p:cNvCxnSpPr>
          <p:nvPr/>
        </p:nvCxnSpPr>
        <p:spPr>
          <a:xfrm>
            <a:off x="10726505" y="5263567"/>
            <a:ext cx="501374" cy="638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36B93D86-0A19-A772-9D98-22F6787E6E00}"/>
              </a:ext>
            </a:extLst>
          </p:cNvPr>
          <p:cNvSpPr/>
          <p:nvPr/>
        </p:nvSpPr>
        <p:spPr>
          <a:xfrm>
            <a:off x="11227879" y="5236097"/>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29" name="Straight Connector 128">
            <a:extLst>
              <a:ext uri="{FF2B5EF4-FFF2-40B4-BE49-F238E27FC236}">
                <a16:creationId xmlns:a16="http://schemas.microsoft.com/office/drawing/2014/main" id="{724E263A-8113-6F42-C288-E64AAAA4DE88}"/>
              </a:ext>
            </a:extLst>
          </p:cNvPr>
          <p:cNvCxnSpPr>
            <a:cxnSpLocks/>
          </p:cNvCxnSpPr>
          <p:nvPr/>
        </p:nvCxnSpPr>
        <p:spPr>
          <a:xfrm flipV="1">
            <a:off x="10045418" y="5549883"/>
            <a:ext cx="552566" cy="9737"/>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5AD460-53F7-0F2F-9583-ADEE04E94D53}"/>
              </a:ext>
            </a:extLst>
          </p:cNvPr>
          <p:cNvCxnSpPr>
            <a:cxnSpLocks/>
          </p:cNvCxnSpPr>
          <p:nvPr/>
        </p:nvCxnSpPr>
        <p:spPr>
          <a:xfrm flipV="1">
            <a:off x="10589478" y="5259036"/>
            <a:ext cx="137694" cy="290252"/>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5404170E-D489-1C2E-FEB9-F0D4D4ECE154}"/>
              </a:ext>
            </a:extLst>
          </p:cNvPr>
          <p:cNvSpPr/>
          <p:nvPr/>
        </p:nvSpPr>
        <p:spPr>
          <a:xfrm>
            <a:off x="10692508" y="5231388"/>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Tree>
    <p:extLst>
      <p:ext uri="{BB962C8B-B14F-4D97-AF65-F5344CB8AC3E}">
        <p14:creationId xmlns:p14="http://schemas.microsoft.com/office/powerpoint/2010/main" val="3380332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939116" cy="4314379"/>
          </a:xfrm>
        </p:spPr>
        <p:txBody>
          <a:bodyPr/>
          <a:lstStyle/>
          <a:p>
            <a:r>
              <a:rPr lang="nl-NL" dirty="0"/>
              <a:t>Overlap met </a:t>
            </a:r>
            <a:r>
              <a:rPr lang="nl-NL" dirty="0" err="1"/>
              <a:t>use</a:t>
            </a:r>
            <a:r>
              <a:rPr lang="nl-NL" dirty="0"/>
              <a:t> case 3, scenario 1</a:t>
            </a:r>
          </a:p>
          <a:p>
            <a:pPr marL="342900" indent="-342900">
              <a:buFont typeface="+mj-lt"/>
              <a:buAutoNum type="arabicPeriod"/>
            </a:pPr>
            <a:endParaRPr lang="nl-NL" dirty="0"/>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5: Sanering</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44</a:t>
            </a:fld>
            <a:endParaRPr lang="nl-NL" noProof="0"/>
          </a:p>
        </p:txBody>
      </p:sp>
    </p:spTree>
    <p:extLst>
      <p:ext uri="{BB962C8B-B14F-4D97-AF65-F5344CB8AC3E}">
        <p14:creationId xmlns:p14="http://schemas.microsoft.com/office/powerpoint/2010/main" val="4148187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5471931-7F87-6866-75B1-75DBB6C03DA2}"/>
              </a:ext>
            </a:extLst>
          </p:cNvPr>
          <p:cNvSpPr>
            <a:spLocks noGrp="1"/>
          </p:cNvSpPr>
          <p:nvPr>
            <p:ph type="body" orient="vert" idx="1"/>
          </p:nvPr>
        </p:nvSpPr>
        <p:spPr>
          <a:xfrm>
            <a:off x="496714" y="1467110"/>
            <a:ext cx="8686308" cy="4314379"/>
          </a:xfrm>
        </p:spPr>
        <p:txBody>
          <a:bodyPr/>
          <a:lstStyle/>
          <a:p>
            <a:r>
              <a:rPr lang="nl-NL" dirty="0"/>
              <a:t>Startsituatie: twee bestaande MS stations met MS kabel verbinding ertussen</a:t>
            </a:r>
          </a:p>
          <a:p>
            <a:endParaRPr lang="nl-NL" dirty="0"/>
          </a:p>
          <a:p>
            <a:r>
              <a:rPr lang="nl-NL" dirty="0"/>
              <a:t>Toevoegen in ontwerptekening (Status NIEUW):</a:t>
            </a:r>
          </a:p>
          <a:p>
            <a:pPr marL="342900" indent="-342900">
              <a:buFont typeface="+mj-lt"/>
              <a:buAutoNum type="arabicPeriod"/>
            </a:pPr>
            <a:r>
              <a:rPr lang="nl-NL" dirty="0"/>
              <a:t>MS station tussen de twee bestaande MS stations</a:t>
            </a:r>
          </a:p>
          <a:p>
            <a:pPr marL="342900" indent="-342900">
              <a:buFont typeface="+mj-lt"/>
              <a:buAutoNum type="arabicPeriod"/>
            </a:pPr>
            <a:r>
              <a:rPr lang="nl-NL" dirty="0"/>
              <a:t>Bestaande kabel wordt twee keer geknipt. Het korte tussenstuk krijgt status Vervallen. De resterende stukken krijgen status Revisie.</a:t>
            </a:r>
          </a:p>
          <a:p>
            <a:pPr marL="342900" indent="-342900">
              <a:buFont typeface="+mj-lt"/>
              <a:buAutoNum type="arabicPeriod"/>
            </a:pPr>
            <a:r>
              <a:rPr lang="nl-NL" dirty="0"/>
              <a:t>Het rechterdeel krijgt een nieuwe </a:t>
            </a:r>
            <a:r>
              <a:rPr lang="nl-NL" dirty="0" err="1"/>
              <a:t>Verbindingnummer</a:t>
            </a:r>
            <a:r>
              <a:rPr lang="nl-NL"/>
              <a:t> M3b</a:t>
            </a:r>
            <a:endParaRPr lang="nl-NL" dirty="0"/>
          </a:p>
          <a:p>
            <a:pPr marL="342900" indent="-342900">
              <a:buFont typeface="+mj-lt"/>
              <a:buAutoNum type="arabicPeriod"/>
            </a:pPr>
            <a:r>
              <a:rPr lang="nl-NL" dirty="0"/>
              <a:t>Er worden twee nieuwe MS Kabels toegevoegd waarmee de ingaande en uitgaande verbindingen naar het nieuwe station worden gevormd.</a:t>
            </a:r>
          </a:p>
          <a:p>
            <a:pPr marL="342900" indent="-342900">
              <a:buFont typeface="+mj-lt"/>
              <a:buAutoNum type="arabicPeriod"/>
            </a:pPr>
            <a:r>
              <a:rPr lang="nl-NL" dirty="0"/>
              <a:t>De oude en nieuwe kabels worden met een </a:t>
            </a:r>
            <a:r>
              <a:rPr lang="nl-NL" dirty="0" err="1"/>
              <a:t>Verbindingsmof</a:t>
            </a:r>
            <a:r>
              <a:rPr lang="nl-NL" dirty="0"/>
              <a:t> gekoppeld</a:t>
            </a:r>
          </a:p>
        </p:txBody>
      </p:sp>
      <p:sp>
        <p:nvSpPr>
          <p:cNvPr id="3" name="Title 2">
            <a:extLst>
              <a:ext uri="{FF2B5EF4-FFF2-40B4-BE49-F238E27FC236}">
                <a16:creationId xmlns:a16="http://schemas.microsoft.com/office/drawing/2014/main" id="{4CD41E8B-2346-70F7-9421-E821E6BD3B87}"/>
              </a:ext>
            </a:extLst>
          </p:cNvPr>
          <p:cNvSpPr>
            <a:spLocks noGrp="1"/>
          </p:cNvSpPr>
          <p:nvPr>
            <p:ph type="title"/>
          </p:nvPr>
        </p:nvSpPr>
        <p:spPr/>
        <p:txBody>
          <a:bodyPr/>
          <a:lstStyle/>
          <a:p>
            <a:r>
              <a:rPr lang="nl-NL" dirty="0" err="1"/>
              <a:t>Use</a:t>
            </a:r>
            <a:r>
              <a:rPr lang="nl-NL" dirty="0"/>
              <a:t> cases: specifieke situaties.</a:t>
            </a:r>
          </a:p>
        </p:txBody>
      </p:sp>
      <p:sp>
        <p:nvSpPr>
          <p:cNvPr id="4" name="Text Placeholder 3">
            <a:extLst>
              <a:ext uri="{FF2B5EF4-FFF2-40B4-BE49-F238E27FC236}">
                <a16:creationId xmlns:a16="http://schemas.microsoft.com/office/drawing/2014/main" id="{97248F1D-1DA7-BDC8-3D7D-D1350D47AB6E}"/>
              </a:ext>
            </a:extLst>
          </p:cNvPr>
          <p:cNvSpPr>
            <a:spLocks noGrp="1"/>
          </p:cNvSpPr>
          <p:nvPr>
            <p:ph type="body" sz="quarter" idx="14"/>
          </p:nvPr>
        </p:nvSpPr>
        <p:spPr/>
        <p:txBody>
          <a:bodyPr/>
          <a:lstStyle/>
          <a:p>
            <a:r>
              <a:rPr lang="nl-NL" dirty="0" err="1"/>
              <a:t>Use</a:t>
            </a:r>
            <a:r>
              <a:rPr lang="nl-NL" dirty="0"/>
              <a:t> case 6: </a:t>
            </a:r>
            <a:r>
              <a:rPr lang="nl-NL" dirty="0" err="1"/>
              <a:t>inlussen</a:t>
            </a:r>
            <a:r>
              <a:rPr lang="nl-NL" dirty="0"/>
              <a:t> MS station</a:t>
            </a:r>
          </a:p>
        </p:txBody>
      </p:sp>
      <p:sp>
        <p:nvSpPr>
          <p:cNvPr id="5" name="Slide Number Placeholder 4">
            <a:extLst>
              <a:ext uri="{FF2B5EF4-FFF2-40B4-BE49-F238E27FC236}">
                <a16:creationId xmlns:a16="http://schemas.microsoft.com/office/drawing/2014/main" id="{EC9E37A5-A119-441F-5841-A68EC422A4E1}"/>
              </a:ext>
            </a:extLst>
          </p:cNvPr>
          <p:cNvSpPr>
            <a:spLocks noGrp="1"/>
          </p:cNvSpPr>
          <p:nvPr>
            <p:ph type="sldNum" sz="quarter" idx="12"/>
          </p:nvPr>
        </p:nvSpPr>
        <p:spPr/>
        <p:txBody>
          <a:bodyPr/>
          <a:lstStyle/>
          <a:p>
            <a:fld id="{55B2A88A-B7BD-41B1-9FCB-9BE633251ACA}" type="slidenum">
              <a:rPr lang="nl-NL" noProof="0" smtClean="0"/>
              <a:t>45</a:t>
            </a:fld>
            <a:endParaRPr lang="nl-NL" noProof="0"/>
          </a:p>
        </p:txBody>
      </p:sp>
      <p:pic>
        <p:nvPicPr>
          <p:cNvPr id="7" name="Picture 6">
            <a:extLst>
              <a:ext uri="{FF2B5EF4-FFF2-40B4-BE49-F238E27FC236}">
                <a16:creationId xmlns:a16="http://schemas.microsoft.com/office/drawing/2014/main" id="{9FCDC4CE-57F2-9772-F720-0D102D944802}"/>
              </a:ext>
            </a:extLst>
          </p:cNvPr>
          <p:cNvPicPr>
            <a:picLocks noChangeAspect="1"/>
          </p:cNvPicPr>
          <p:nvPr/>
        </p:nvPicPr>
        <p:blipFill>
          <a:blip r:embed="rId2"/>
          <a:stretch>
            <a:fillRect/>
          </a:stretch>
        </p:blipFill>
        <p:spPr>
          <a:xfrm>
            <a:off x="10363747" y="1605064"/>
            <a:ext cx="1614785" cy="1222171"/>
          </a:xfrm>
          <a:prstGeom prst="rect">
            <a:avLst/>
          </a:prstGeom>
        </p:spPr>
      </p:pic>
      <p:sp>
        <p:nvSpPr>
          <p:cNvPr id="8" name="Rectangle 7">
            <a:extLst>
              <a:ext uri="{FF2B5EF4-FFF2-40B4-BE49-F238E27FC236}">
                <a16:creationId xmlns:a16="http://schemas.microsoft.com/office/drawing/2014/main" id="{0A708B11-0BBF-C1A9-95CD-741F7B6E67BD}"/>
              </a:ext>
            </a:extLst>
          </p:cNvPr>
          <p:cNvSpPr/>
          <p:nvPr/>
        </p:nvSpPr>
        <p:spPr>
          <a:xfrm>
            <a:off x="9581314" y="2971800"/>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12" name="Straight Connector 11">
            <a:extLst>
              <a:ext uri="{FF2B5EF4-FFF2-40B4-BE49-F238E27FC236}">
                <a16:creationId xmlns:a16="http://schemas.microsoft.com/office/drawing/2014/main" id="{2A3685E1-D6EC-026B-3363-78CACBAAED10}"/>
              </a:ext>
            </a:extLst>
          </p:cNvPr>
          <p:cNvCxnSpPr>
            <a:cxnSpLocks/>
          </p:cNvCxnSpPr>
          <p:nvPr/>
        </p:nvCxnSpPr>
        <p:spPr>
          <a:xfrm>
            <a:off x="11695496" y="3433864"/>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288A126-5398-3CA7-CBC6-F9F4489BE2F0}"/>
              </a:ext>
            </a:extLst>
          </p:cNvPr>
          <p:cNvCxnSpPr>
            <a:cxnSpLocks/>
          </p:cNvCxnSpPr>
          <p:nvPr/>
        </p:nvCxnSpPr>
        <p:spPr>
          <a:xfrm>
            <a:off x="9950121" y="3429000"/>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AB3883-8FB1-B76A-7054-CDF902C342BF}"/>
              </a:ext>
            </a:extLst>
          </p:cNvPr>
          <p:cNvCxnSpPr>
            <a:cxnSpLocks/>
          </p:cNvCxnSpPr>
          <p:nvPr/>
        </p:nvCxnSpPr>
        <p:spPr>
          <a:xfrm>
            <a:off x="9950121" y="3876473"/>
            <a:ext cx="1745375"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AC34D66-D40D-D1C5-92FF-C742CDD6643B}"/>
              </a:ext>
            </a:extLst>
          </p:cNvPr>
          <p:cNvSpPr txBox="1"/>
          <p:nvPr/>
        </p:nvSpPr>
        <p:spPr>
          <a:xfrm>
            <a:off x="10211659" y="3685238"/>
            <a:ext cx="476092"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MS M3a</a:t>
            </a:r>
          </a:p>
        </p:txBody>
      </p:sp>
      <p:cxnSp>
        <p:nvCxnSpPr>
          <p:cNvPr id="6" name="Straight Connector 5">
            <a:extLst>
              <a:ext uri="{FF2B5EF4-FFF2-40B4-BE49-F238E27FC236}">
                <a16:creationId xmlns:a16="http://schemas.microsoft.com/office/drawing/2014/main" id="{FF9D4B04-33A6-5D78-C075-DE24FEAF17A9}"/>
              </a:ext>
            </a:extLst>
          </p:cNvPr>
          <p:cNvCxnSpPr>
            <a:cxnSpLocks/>
          </p:cNvCxnSpPr>
          <p:nvPr/>
        </p:nvCxnSpPr>
        <p:spPr>
          <a:xfrm>
            <a:off x="5388628" y="5989602"/>
            <a:ext cx="423647" cy="0"/>
          </a:xfrm>
          <a:prstGeom prst="line">
            <a:avLst/>
          </a:prstGeom>
          <a:ln w="22225">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7EA606C-1FE4-933F-C158-2AE24CB1BFC0}"/>
              </a:ext>
            </a:extLst>
          </p:cNvPr>
          <p:cNvSpPr txBox="1"/>
          <p:nvPr/>
        </p:nvSpPr>
        <p:spPr>
          <a:xfrm>
            <a:off x="5862722" y="5884090"/>
            <a:ext cx="585097" cy="246221"/>
          </a:xfrm>
          <a:prstGeom prst="rect">
            <a:avLst/>
          </a:prstGeom>
          <a:noFill/>
        </p:spPr>
        <p:txBody>
          <a:bodyPr wrap="none" lIns="0" tIns="0" rIns="0" bIns="0" rtlCol="0" anchor="t">
            <a:spAutoFit/>
          </a:bodyPr>
          <a:lstStyle/>
          <a:p>
            <a:pPr algn="l"/>
            <a:r>
              <a:rPr lang="nl-NL" sz="1600" dirty="0">
                <a:solidFill>
                  <a:schemeClr val="tx2"/>
                </a:solidFill>
              </a:rPr>
              <a:t>Nieuw</a:t>
            </a:r>
          </a:p>
        </p:txBody>
      </p:sp>
      <p:cxnSp>
        <p:nvCxnSpPr>
          <p:cNvPr id="14" name="Straight Connector 13">
            <a:extLst>
              <a:ext uri="{FF2B5EF4-FFF2-40B4-BE49-F238E27FC236}">
                <a16:creationId xmlns:a16="http://schemas.microsoft.com/office/drawing/2014/main" id="{A8C8D2E8-0A9B-3ECC-FA61-17D03876DEE7}"/>
              </a:ext>
            </a:extLst>
          </p:cNvPr>
          <p:cNvCxnSpPr>
            <a:cxnSpLocks/>
          </p:cNvCxnSpPr>
          <p:nvPr/>
        </p:nvCxnSpPr>
        <p:spPr>
          <a:xfrm>
            <a:off x="5388627" y="5718848"/>
            <a:ext cx="423647" cy="0"/>
          </a:xfrm>
          <a:prstGeom prst="line">
            <a:avLst/>
          </a:prstGeom>
          <a:ln w="22225">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B3C797C-7776-F8DC-E665-9B8ECBDA7B85}"/>
              </a:ext>
            </a:extLst>
          </p:cNvPr>
          <p:cNvSpPr txBox="1"/>
          <p:nvPr/>
        </p:nvSpPr>
        <p:spPr>
          <a:xfrm>
            <a:off x="5862722" y="5595737"/>
            <a:ext cx="846386" cy="246221"/>
          </a:xfrm>
          <a:prstGeom prst="rect">
            <a:avLst/>
          </a:prstGeom>
          <a:noFill/>
        </p:spPr>
        <p:txBody>
          <a:bodyPr wrap="none" lIns="0" tIns="0" rIns="0" bIns="0" rtlCol="0" anchor="t">
            <a:spAutoFit/>
          </a:bodyPr>
          <a:lstStyle/>
          <a:p>
            <a:pPr algn="l"/>
            <a:r>
              <a:rPr lang="nl-NL" sz="1600" dirty="0">
                <a:solidFill>
                  <a:schemeClr val="tx2"/>
                </a:solidFill>
              </a:rPr>
              <a:t>Bestaand</a:t>
            </a:r>
          </a:p>
        </p:txBody>
      </p:sp>
      <p:cxnSp>
        <p:nvCxnSpPr>
          <p:cNvPr id="19" name="Straight Connector 18">
            <a:extLst>
              <a:ext uri="{FF2B5EF4-FFF2-40B4-BE49-F238E27FC236}">
                <a16:creationId xmlns:a16="http://schemas.microsoft.com/office/drawing/2014/main" id="{B54032EF-9488-18EC-9250-D510E8074407}"/>
              </a:ext>
            </a:extLst>
          </p:cNvPr>
          <p:cNvCxnSpPr>
            <a:cxnSpLocks/>
          </p:cNvCxnSpPr>
          <p:nvPr/>
        </p:nvCxnSpPr>
        <p:spPr>
          <a:xfrm>
            <a:off x="5388627" y="6224687"/>
            <a:ext cx="423647" cy="0"/>
          </a:xfrm>
          <a:prstGeom prst="line">
            <a:avLst/>
          </a:prstGeom>
          <a:ln w="2222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0C279AF-B3BE-224B-6B29-BA304D9D504E}"/>
              </a:ext>
            </a:extLst>
          </p:cNvPr>
          <p:cNvSpPr txBox="1"/>
          <p:nvPr/>
        </p:nvSpPr>
        <p:spPr>
          <a:xfrm>
            <a:off x="5862722" y="6130311"/>
            <a:ext cx="845360" cy="246221"/>
          </a:xfrm>
          <a:prstGeom prst="rect">
            <a:avLst/>
          </a:prstGeom>
          <a:noFill/>
        </p:spPr>
        <p:txBody>
          <a:bodyPr wrap="none" lIns="0" tIns="0" rIns="0" bIns="0" rtlCol="0" anchor="t">
            <a:spAutoFit/>
          </a:bodyPr>
          <a:lstStyle/>
          <a:p>
            <a:pPr algn="l"/>
            <a:r>
              <a:rPr lang="nl-NL" sz="1600" dirty="0">
                <a:solidFill>
                  <a:schemeClr val="tx2"/>
                </a:solidFill>
              </a:rPr>
              <a:t>Vervallen</a:t>
            </a:r>
          </a:p>
        </p:txBody>
      </p:sp>
      <p:cxnSp>
        <p:nvCxnSpPr>
          <p:cNvPr id="23" name="Straight Connector 22">
            <a:extLst>
              <a:ext uri="{FF2B5EF4-FFF2-40B4-BE49-F238E27FC236}">
                <a16:creationId xmlns:a16="http://schemas.microsoft.com/office/drawing/2014/main" id="{8320D8B8-4FC2-80A9-68C6-F9A8D06E830C}"/>
              </a:ext>
            </a:extLst>
          </p:cNvPr>
          <p:cNvCxnSpPr>
            <a:cxnSpLocks/>
          </p:cNvCxnSpPr>
          <p:nvPr/>
        </p:nvCxnSpPr>
        <p:spPr>
          <a:xfrm>
            <a:off x="5388627" y="6479228"/>
            <a:ext cx="423647" cy="0"/>
          </a:xfrm>
          <a:prstGeom prst="line">
            <a:avLst/>
          </a:prstGeom>
          <a:ln w="22225">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40035C3-F5FC-41AF-E071-8261D4C7652A}"/>
              </a:ext>
            </a:extLst>
          </p:cNvPr>
          <p:cNvSpPr txBox="1"/>
          <p:nvPr/>
        </p:nvSpPr>
        <p:spPr>
          <a:xfrm>
            <a:off x="5863583" y="6376532"/>
            <a:ext cx="1583960" cy="246221"/>
          </a:xfrm>
          <a:prstGeom prst="rect">
            <a:avLst/>
          </a:prstGeom>
          <a:noFill/>
        </p:spPr>
        <p:txBody>
          <a:bodyPr wrap="none" lIns="0" tIns="0" rIns="0" bIns="0" rtlCol="0" anchor="t">
            <a:spAutoFit/>
          </a:bodyPr>
          <a:lstStyle/>
          <a:p>
            <a:pPr algn="l"/>
            <a:r>
              <a:rPr lang="nl-NL" sz="1600" dirty="0">
                <a:solidFill>
                  <a:schemeClr val="tx2"/>
                </a:solidFill>
              </a:rPr>
              <a:t>Revisie/gewijzigd</a:t>
            </a:r>
          </a:p>
        </p:txBody>
      </p:sp>
      <p:sp>
        <p:nvSpPr>
          <p:cNvPr id="9" name="Rectangle 8">
            <a:extLst>
              <a:ext uri="{FF2B5EF4-FFF2-40B4-BE49-F238E27FC236}">
                <a16:creationId xmlns:a16="http://schemas.microsoft.com/office/drawing/2014/main" id="{3A4DF2BC-AC21-59A8-E8A7-FB99E316B205}"/>
              </a:ext>
            </a:extLst>
          </p:cNvPr>
          <p:cNvSpPr/>
          <p:nvPr/>
        </p:nvSpPr>
        <p:spPr>
          <a:xfrm>
            <a:off x="11466896" y="298136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36" name="TextBox 35">
            <a:extLst>
              <a:ext uri="{FF2B5EF4-FFF2-40B4-BE49-F238E27FC236}">
                <a16:creationId xmlns:a16="http://schemas.microsoft.com/office/drawing/2014/main" id="{A4B1F53D-80AC-0A95-8D45-74E8916491C7}"/>
              </a:ext>
            </a:extLst>
          </p:cNvPr>
          <p:cNvSpPr txBox="1"/>
          <p:nvPr/>
        </p:nvSpPr>
        <p:spPr>
          <a:xfrm>
            <a:off x="8972745" y="3406515"/>
            <a:ext cx="451214"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Voor</a:t>
            </a:r>
          </a:p>
        </p:txBody>
      </p:sp>
      <p:sp>
        <p:nvSpPr>
          <p:cNvPr id="37" name="Rectangle 36">
            <a:extLst>
              <a:ext uri="{FF2B5EF4-FFF2-40B4-BE49-F238E27FC236}">
                <a16:creationId xmlns:a16="http://schemas.microsoft.com/office/drawing/2014/main" id="{1133B79E-FB54-8613-1769-2CEFC9469364}"/>
              </a:ext>
            </a:extLst>
          </p:cNvPr>
          <p:cNvSpPr/>
          <p:nvPr/>
        </p:nvSpPr>
        <p:spPr>
          <a:xfrm>
            <a:off x="9524432" y="4169070"/>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38" name="Straight Connector 37">
            <a:extLst>
              <a:ext uri="{FF2B5EF4-FFF2-40B4-BE49-F238E27FC236}">
                <a16:creationId xmlns:a16="http://schemas.microsoft.com/office/drawing/2014/main" id="{7667780A-5670-DBFC-DF40-2E8EE2FCA96E}"/>
              </a:ext>
            </a:extLst>
          </p:cNvPr>
          <p:cNvCxnSpPr>
            <a:cxnSpLocks/>
          </p:cNvCxnSpPr>
          <p:nvPr/>
        </p:nvCxnSpPr>
        <p:spPr>
          <a:xfrm>
            <a:off x="11638614" y="4631134"/>
            <a:ext cx="0" cy="44747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0D19356-3CDD-9E80-6D32-F7DC9BF137BF}"/>
              </a:ext>
            </a:extLst>
          </p:cNvPr>
          <p:cNvCxnSpPr>
            <a:cxnSpLocks/>
          </p:cNvCxnSpPr>
          <p:nvPr/>
        </p:nvCxnSpPr>
        <p:spPr>
          <a:xfrm>
            <a:off x="9893239" y="4626270"/>
            <a:ext cx="0" cy="447473"/>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D14041D-8CE9-A160-B0BF-601F5D65D1D6}"/>
              </a:ext>
            </a:extLst>
          </p:cNvPr>
          <p:cNvCxnSpPr>
            <a:cxnSpLocks/>
            <a:endCxn id="48" idx="2"/>
          </p:cNvCxnSpPr>
          <p:nvPr/>
        </p:nvCxnSpPr>
        <p:spPr>
          <a:xfrm flipV="1">
            <a:off x="9893239" y="5066967"/>
            <a:ext cx="810110" cy="6776"/>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E0E90D04-446F-2AE0-80CE-367F8DE816FA}"/>
              </a:ext>
            </a:extLst>
          </p:cNvPr>
          <p:cNvSpPr/>
          <p:nvPr/>
        </p:nvSpPr>
        <p:spPr>
          <a:xfrm>
            <a:off x="10832333" y="5032960"/>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2" name="TextBox 41">
            <a:extLst>
              <a:ext uri="{FF2B5EF4-FFF2-40B4-BE49-F238E27FC236}">
                <a16:creationId xmlns:a16="http://schemas.microsoft.com/office/drawing/2014/main" id="{25245907-B3FC-DA62-F236-E06752915A55}"/>
              </a:ext>
            </a:extLst>
          </p:cNvPr>
          <p:cNvSpPr txBox="1"/>
          <p:nvPr/>
        </p:nvSpPr>
        <p:spPr>
          <a:xfrm>
            <a:off x="10076502" y="4879229"/>
            <a:ext cx="476092" cy="153888"/>
          </a:xfrm>
          <a:prstGeom prst="rect">
            <a:avLst/>
          </a:prstGeom>
          <a:noFill/>
        </p:spPr>
        <p:txBody>
          <a:bodyPr wrap="none" lIns="0" tIns="0" rIns="0" bIns="0" rtlCol="0" anchor="t">
            <a:spAutoFit/>
          </a:bodyPr>
          <a:lstStyle/>
          <a:p>
            <a:pPr algn="l"/>
            <a:r>
              <a:rPr lang="nl-NL" sz="1000" dirty="0">
                <a:solidFill>
                  <a:srgbClr val="0070C0"/>
                </a:solidFill>
                <a:latin typeface="Arial" panose="020B0604020202020204" pitchFamily="34" charset="0"/>
                <a:cs typeface="Arial" panose="020B0604020202020204" pitchFamily="34" charset="0"/>
              </a:rPr>
              <a:t>MS M3a</a:t>
            </a:r>
          </a:p>
        </p:txBody>
      </p:sp>
      <p:sp>
        <p:nvSpPr>
          <p:cNvPr id="43" name="Rectangle 42">
            <a:extLst>
              <a:ext uri="{FF2B5EF4-FFF2-40B4-BE49-F238E27FC236}">
                <a16:creationId xmlns:a16="http://schemas.microsoft.com/office/drawing/2014/main" id="{2F693F4C-B31D-5054-B1CE-E71266B961D0}"/>
              </a:ext>
            </a:extLst>
          </p:cNvPr>
          <p:cNvSpPr/>
          <p:nvPr/>
        </p:nvSpPr>
        <p:spPr>
          <a:xfrm>
            <a:off x="11410014" y="4178638"/>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44" name="TextBox 43">
            <a:extLst>
              <a:ext uri="{FF2B5EF4-FFF2-40B4-BE49-F238E27FC236}">
                <a16:creationId xmlns:a16="http://schemas.microsoft.com/office/drawing/2014/main" id="{2F46BACD-E88B-C10E-C577-C982F1DF006C}"/>
              </a:ext>
            </a:extLst>
          </p:cNvPr>
          <p:cNvSpPr txBox="1"/>
          <p:nvPr/>
        </p:nvSpPr>
        <p:spPr>
          <a:xfrm>
            <a:off x="8915863" y="4603785"/>
            <a:ext cx="833562"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Ontwerp</a:t>
            </a:r>
          </a:p>
        </p:txBody>
      </p:sp>
      <p:sp>
        <p:nvSpPr>
          <p:cNvPr id="45" name="Rectangle 44">
            <a:extLst>
              <a:ext uri="{FF2B5EF4-FFF2-40B4-BE49-F238E27FC236}">
                <a16:creationId xmlns:a16="http://schemas.microsoft.com/office/drawing/2014/main" id="{424F57F7-E32C-0630-1195-228FA25E9EF0}"/>
              </a:ext>
            </a:extLst>
          </p:cNvPr>
          <p:cNvSpPr/>
          <p:nvPr/>
        </p:nvSpPr>
        <p:spPr>
          <a:xfrm>
            <a:off x="10535676" y="4207213"/>
            <a:ext cx="457200" cy="457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47" name="Straight Connector 46">
            <a:extLst>
              <a:ext uri="{FF2B5EF4-FFF2-40B4-BE49-F238E27FC236}">
                <a16:creationId xmlns:a16="http://schemas.microsoft.com/office/drawing/2014/main" id="{5D0A8EF8-78E5-8DEE-BBB8-4434F5EA9AE2}"/>
              </a:ext>
            </a:extLst>
          </p:cNvPr>
          <p:cNvCxnSpPr>
            <a:cxnSpLocks/>
            <a:stCxn id="41" idx="6"/>
          </p:cNvCxnSpPr>
          <p:nvPr/>
        </p:nvCxnSpPr>
        <p:spPr>
          <a:xfrm>
            <a:off x="10894911" y="5066810"/>
            <a:ext cx="753431" cy="2381"/>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5F6B81F0-9684-E14E-6AAE-1D3DA8F93003}"/>
              </a:ext>
            </a:extLst>
          </p:cNvPr>
          <p:cNvSpPr/>
          <p:nvPr/>
        </p:nvSpPr>
        <p:spPr>
          <a:xfrm>
            <a:off x="10703349" y="5033117"/>
            <a:ext cx="62578" cy="6769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51" name="Straight Connector 50">
            <a:extLst>
              <a:ext uri="{FF2B5EF4-FFF2-40B4-BE49-F238E27FC236}">
                <a16:creationId xmlns:a16="http://schemas.microsoft.com/office/drawing/2014/main" id="{DFA6CC1B-0B7F-4B15-7062-AED77A4EE416}"/>
              </a:ext>
            </a:extLst>
          </p:cNvPr>
          <p:cNvCxnSpPr>
            <a:cxnSpLocks/>
            <a:endCxn id="48" idx="0"/>
          </p:cNvCxnSpPr>
          <p:nvPr/>
        </p:nvCxnSpPr>
        <p:spPr>
          <a:xfrm>
            <a:off x="10734638" y="4635838"/>
            <a:ext cx="0" cy="39727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CF37C59-CE60-ACE7-1B57-BCF43E57153D}"/>
              </a:ext>
            </a:extLst>
          </p:cNvPr>
          <p:cNvCxnSpPr>
            <a:cxnSpLocks/>
          </p:cNvCxnSpPr>
          <p:nvPr/>
        </p:nvCxnSpPr>
        <p:spPr>
          <a:xfrm>
            <a:off x="10863622" y="4639156"/>
            <a:ext cx="0" cy="397279"/>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BB9CDE4-56EB-CEC4-DD32-4A1B5D943B76}"/>
              </a:ext>
            </a:extLst>
          </p:cNvPr>
          <p:cNvSpPr txBox="1"/>
          <p:nvPr/>
        </p:nvSpPr>
        <p:spPr>
          <a:xfrm>
            <a:off x="11021608" y="4870947"/>
            <a:ext cx="476092" cy="153888"/>
          </a:xfrm>
          <a:prstGeom prst="rect">
            <a:avLst/>
          </a:prstGeom>
          <a:noFill/>
        </p:spPr>
        <p:txBody>
          <a:bodyPr wrap="none" lIns="0" tIns="0" rIns="0" bIns="0" rtlCol="0" anchor="t">
            <a:spAutoFit/>
          </a:bodyPr>
          <a:lstStyle/>
          <a:p>
            <a:pPr algn="l"/>
            <a:r>
              <a:rPr lang="nl-NL" sz="1000" dirty="0">
                <a:solidFill>
                  <a:srgbClr val="0070C0"/>
                </a:solidFill>
                <a:latin typeface="Arial" panose="020B0604020202020204" pitchFamily="34" charset="0"/>
                <a:cs typeface="Arial" panose="020B0604020202020204" pitchFamily="34" charset="0"/>
              </a:rPr>
              <a:t>MS M3b</a:t>
            </a:r>
          </a:p>
        </p:txBody>
      </p:sp>
      <p:sp>
        <p:nvSpPr>
          <p:cNvPr id="69" name="Rectangle 68">
            <a:extLst>
              <a:ext uri="{FF2B5EF4-FFF2-40B4-BE49-F238E27FC236}">
                <a16:creationId xmlns:a16="http://schemas.microsoft.com/office/drawing/2014/main" id="{C511CE57-9C04-CB48-FAFD-FE8E3688D0AE}"/>
              </a:ext>
            </a:extLst>
          </p:cNvPr>
          <p:cNvSpPr/>
          <p:nvPr/>
        </p:nvSpPr>
        <p:spPr>
          <a:xfrm>
            <a:off x="9557533" y="5597731"/>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0" name="Straight Connector 69">
            <a:extLst>
              <a:ext uri="{FF2B5EF4-FFF2-40B4-BE49-F238E27FC236}">
                <a16:creationId xmlns:a16="http://schemas.microsoft.com/office/drawing/2014/main" id="{23D67017-FE0B-94C9-9DC6-686A222FC9CC}"/>
              </a:ext>
            </a:extLst>
          </p:cNvPr>
          <p:cNvCxnSpPr>
            <a:cxnSpLocks/>
          </p:cNvCxnSpPr>
          <p:nvPr/>
        </p:nvCxnSpPr>
        <p:spPr>
          <a:xfrm>
            <a:off x="11671715" y="6059795"/>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5791759-55EE-F233-BAF3-970441A2AD46}"/>
              </a:ext>
            </a:extLst>
          </p:cNvPr>
          <p:cNvCxnSpPr>
            <a:cxnSpLocks/>
          </p:cNvCxnSpPr>
          <p:nvPr/>
        </p:nvCxnSpPr>
        <p:spPr>
          <a:xfrm>
            <a:off x="9926340" y="6054931"/>
            <a:ext cx="0" cy="447473"/>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B443FA-28D3-DEA1-DBE0-6CF4C97BAB80}"/>
              </a:ext>
            </a:extLst>
          </p:cNvPr>
          <p:cNvCxnSpPr>
            <a:cxnSpLocks/>
            <a:endCxn id="79" idx="2"/>
          </p:cNvCxnSpPr>
          <p:nvPr/>
        </p:nvCxnSpPr>
        <p:spPr>
          <a:xfrm flipV="1">
            <a:off x="9923959" y="6488485"/>
            <a:ext cx="810110" cy="6776"/>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1E0FB922-4921-1555-380B-77D6429DE223}"/>
              </a:ext>
            </a:extLst>
          </p:cNvPr>
          <p:cNvSpPr/>
          <p:nvPr/>
        </p:nvSpPr>
        <p:spPr>
          <a:xfrm>
            <a:off x="10865434" y="6456861"/>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74" name="TextBox 73">
            <a:extLst>
              <a:ext uri="{FF2B5EF4-FFF2-40B4-BE49-F238E27FC236}">
                <a16:creationId xmlns:a16="http://schemas.microsoft.com/office/drawing/2014/main" id="{76887D35-05E2-CD00-13C2-CF365939760B}"/>
              </a:ext>
            </a:extLst>
          </p:cNvPr>
          <p:cNvSpPr txBox="1"/>
          <p:nvPr/>
        </p:nvSpPr>
        <p:spPr>
          <a:xfrm>
            <a:off x="10109603" y="6307890"/>
            <a:ext cx="476092"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MS M3a</a:t>
            </a:r>
          </a:p>
        </p:txBody>
      </p:sp>
      <p:sp>
        <p:nvSpPr>
          <p:cNvPr id="75" name="Rectangle 74">
            <a:extLst>
              <a:ext uri="{FF2B5EF4-FFF2-40B4-BE49-F238E27FC236}">
                <a16:creationId xmlns:a16="http://schemas.microsoft.com/office/drawing/2014/main" id="{1565884F-4B24-0CAC-531B-A9D7106782F1}"/>
              </a:ext>
            </a:extLst>
          </p:cNvPr>
          <p:cNvSpPr/>
          <p:nvPr/>
        </p:nvSpPr>
        <p:spPr>
          <a:xfrm>
            <a:off x="11443115" y="5607299"/>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sp>
        <p:nvSpPr>
          <p:cNvPr id="76" name="TextBox 75">
            <a:extLst>
              <a:ext uri="{FF2B5EF4-FFF2-40B4-BE49-F238E27FC236}">
                <a16:creationId xmlns:a16="http://schemas.microsoft.com/office/drawing/2014/main" id="{9F3C5B6F-69DF-B7D1-EEFC-BE2294E28090}"/>
              </a:ext>
            </a:extLst>
          </p:cNvPr>
          <p:cNvSpPr txBox="1"/>
          <p:nvPr/>
        </p:nvSpPr>
        <p:spPr>
          <a:xfrm>
            <a:off x="8948964" y="6032446"/>
            <a:ext cx="261290" cy="246221"/>
          </a:xfrm>
          <a:prstGeom prst="rect">
            <a:avLst/>
          </a:prstGeom>
          <a:noFill/>
        </p:spPr>
        <p:txBody>
          <a:bodyPr wrap="none" lIns="0" tIns="0" rIns="0" bIns="0" rtlCol="0" anchor="t">
            <a:spAutoFit/>
          </a:bodyPr>
          <a:lstStyle/>
          <a:p>
            <a:pPr algn="l"/>
            <a:r>
              <a:rPr lang="nl-NL" sz="1600" b="1" dirty="0">
                <a:latin typeface="Arial" panose="020B0604020202020204" pitchFamily="34" charset="0"/>
                <a:cs typeface="Arial" panose="020B0604020202020204" pitchFamily="34" charset="0"/>
              </a:rPr>
              <a:t>Na</a:t>
            </a:r>
          </a:p>
        </p:txBody>
      </p:sp>
      <p:sp>
        <p:nvSpPr>
          <p:cNvPr id="77" name="Rectangle 76">
            <a:extLst>
              <a:ext uri="{FF2B5EF4-FFF2-40B4-BE49-F238E27FC236}">
                <a16:creationId xmlns:a16="http://schemas.microsoft.com/office/drawing/2014/main" id="{14BE007D-1F44-47C2-2BF9-1B69658A5FA1}"/>
              </a:ext>
            </a:extLst>
          </p:cNvPr>
          <p:cNvSpPr/>
          <p:nvPr/>
        </p:nvSpPr>
        <p:spPr>
          <a:xfrm>
            <a:off x="10568777" y="5635874"/>
            <a:ext cx="457200" cy="457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78" name="Straight Connector 77">
            <a:extLst>
              <a:ext uri="{FF2B5EF4-FFF2-40B4-BE49-F238E27FC236}">
                <a16:creationId xmlns:a16="http://schemas.microsoft.com/office/drawing/2014/main" id="{3810BFBC-D037-1026-BE5D-04247A5388DF}"/>
              </a:ext>
            </a:extLst>
          </p:cNvPr>
          <p:cNvCxnSpPr>
            <a:cxnSpLocks/>
            <a:stCxn id="73" idx="6"/>
          </p:cNvCxnSpPr>
          <p:nvPr/>
        </p:nvCxnSpPr>
        <p:spPr>
          <a:xfrm>
            <a:off x="10928012" y="6490711"/>
            <a:ext cx="753431" cy="2381"/>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F87E0428-FA73-7EAE-3171-A56D294A1581}"/>
              </a:ext>
            </a:extLst>
          </p:cNvPr>
          <p:cNvSpPr/>
          <p:nvPr/>
        </p:nvSpPr>
        <p:spPr>
          <a:xfrm>
            <a:off x="10734069" y="6454635"/>
            <a:ext cx="62578" cy="6769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p>
        </p:txBody>
      </p:sp>
      <p:cxnSp>
        <p:nvCxnSpPr>
          <p:cNvPr id="80" name="Straight Connector 79">
            <a:extLst>
              <a:ext uri="{FF2B5EF4-FFF2-40B4-BE49-F238E27FC236}">
                <a16:creationId xmlns:a16="http://schemas.microsoft.com/office/drawing/2014/main" id="{4990C0E0-BEE4-336B-54FD-1317D89122EA}"/>
              </a:ext>
            </a:extLst>
          </p:cNvPr>
          <p:cNvCxnSpPr>
            <a:cxnSpLocks/>
            <a:endCxn id="79" idx="0"/>
          </p:cNvCxnSpPr>
          <p:nvPr/>
        </p:nvCxnSpPr>
        <p:spPr>
          <a:xfrm>
            <a:off x="10765358" y="6057356"/>
            <a:ext cx="0" cy="397279"/>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840D03B-0C96-C034-5DC8-AC04421478B6}"/>
              </a:ext>
            </a:extLst>
          </p:cNvPr>
          <p:cNvCxnSpPr>
            <a:cxnSpLocks/>
          </p:cNvCxnSpPr>
          <p:nvPr/>
        </p:nvCxnSpPr>
        <p:spPr>
          <a:xfrm>
            <a:off x="10896723" y="6067817"/>
            <a:ext cx="0" cy="397279"/>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4A7B0C40-5807-EE13-A205-3BE820DC2BEC}"/>
              </a:ext>
            </a:extLst>
          </p:cNvPr>
          <p:cNvSpPr txBox="1"/>
          <p:nvPr/>
        </p:nvSpPr>
        <p:spPr>
          <a:xfrm>
            <a:off x="11054709" y="6299608"/>
            <a:ext cx="476092" cy="153888"/>
          </a:xfrm>
          <a:prstGeom prst="rect">
            <a:avLst/>
          </a:prstGeom>
          <a:noFill/>
        </p:spPr>
        <p:txBody>
          <a:bodyPr wrap="none" lIns="0" tIns="0" rIns="0" bIns="0" rtlCol="0" anchor="t">
            <a:spAutoFit/>
          </a:bodyPr>
          <a:lstStyle/>
          <a:p>
            <a:pPr algn="l"/>
            <a:r>
              <a:rPr lang="nl-NL" sz="1000" dirty="0">
                <a:solidFill>
                  <a:schemeClr val="bg1">
                    <a:lumMod val="65000"/>
                  </a:schemeClr>
                </a:solidFill>
                <a:latin typeface="Arial" panose="020B0604020202020204" pitchFamily="34" charset="0"/>
                <a:cs typeface="Arial" panose="020B0604020202020204" pitchFamily="34" charset="0"/>
              </a:rPr>
              <a:t>MS M3b</a:t>
            </a:r>
          </a:p>
        </p:txBody>
      </p:sp>
      <p:cxnSp>
        <p:nvCxnSpPr>
          <p:cNvPr id="83" name="Straight Connector 82">
            <a:extLst>
              <a:ext uri="{FF2B5EF4-FFF2-40B4-BE49-F238E27FC236}">
                <a16:creationId xmlns:a16="http://schemas.microsoft.com/office/drawing/2014/main" id="{C597C2B8-484F-3FBD-E3E9-52A6D3111DFE}"/>
              </a:ext>
            </a:extLst>
          </p:cNvPr>
          <p:cNvCxnSpPr>
            <a:cxnSpLocks/>
            <a:stCxn id="48" idx="6"/>
            <a:endCxn id="41" idx="2"/>
          </p:cNvCxnSpPr>
          <p:nvPr/>
        </p:nvCxnSpPr>
        <p:spPr>
          <a:xfrm flipV="1">
            <a:off x="10765927" y="5066810"/>
            <a:ext cx="66406" cy="15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071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5B4FDC65-07AE-C060-7C94-4C37909EC65A}"/>
              </a:ext>
            </a:extLst>
          </p:cNvPr>
          <p:cNvSpPr>
            <a:spLocks noGrp="1"/>
          </p:cNvSpPr>
          <p:nvPr>
            <p:ph type="body" orient="vert" idx="1"/>
          </p:nvPr>
        </p:nvSpPr>
        <p:spPr/>
        <p:txBody>
          <a:bodyPr>
            <a:normAutofit fontScale="92500" lnSpcReduction="20000"/>
          </a:bodyPr>
          <a:lstStyle/>
          <a:p>
            <a:r>
              <a:rPr lang="nl-NL" dirty="0"/>
              <a:t>Eisen aan de oplossing:</a:t>
            </a:r>
          </a:p>
          <a:p>
            <a:pPr marL="285750" indent="-285750">
              <a:buFont typeface="Arial" panose="020B0604020202020204" pitchFamily="34" charset="0"/>
              <a:buChar char="•"/>
            </a:pPr>
            <a:r>
              <a:rPr lang="nl-NL" dirty="0"/>
              <a:t>De oorspronkelijke Leiding en de resulterende Mantelbuis zijn verschillende objecten met verschillen in attribuutdata. Het is niet wenselijk dat identificatie wordt hergebruikt, dat zou technische problemen oproepen. De mantelbuis krijgt dus een nieuwe identificatie.</a:t>
            </a:r>
          </a:p>
          <a:p>
            <a:pPr marL="285750" indent="-285750">
              <a:buFont typeface="Arial" panose="020B0604020202020204" pitchFamily="34" charset="0"/>
              <a:buChar char="•"/>
            </a:pPr>
            <a:r>
              <a:rPr lang="nl-NL" dirty="0"/>
              <a:t>De oplossing moet zo worden vormgegeven dat de werkelijkheid zoals die buiten is aangelegd succesvol tijdens de import in de systemen van de netbeheerders wordt verwerkt</a:t>
            </a:r>
          </a:p>
          <a:p>
            <a:pPr marL="285750" indent="-285750">
              <a:buFont typeface="Arial" panose="020B0604020202020204" pitchFamily="34" charset="0"/>
              <a:buChar char="•"/>
            </a:pPr>
            <a:endParaRPr lang="nl-NL" dirty="0"/>
          </a:p>
          <a:p>
            <a:r>
              <a:rPr lang="nl-NL" dirty="0"/>
              <a:t>Oplossingsrichting:</a:t>
            </a:r>
          </a:p>
          <a:p>
            <a:pPr marL="285750" indent="-285750">
              <a:buFont typeface="Arial" panose="020B0604020202020204" pitchFamily="34" charset="0"/>
              <a:buChar char="•"/>
            </a:pPr>
            <a:r>
              <a:rPr lang="nl-NL" dirty="0"/>
              <a:t>De leiding wordt als Vervallen in de ontwerp- en As-built tekening geregistreerd</a:t>
            </a:r>
          </a:p>
          <a:p>
            <a:pPr marL="285750" indent="-285750">
              <a:buFont typeface="Arial" panose="020B0604020202020204" pitchFamily="34" charset="0"/>
              <a:buChar char="•"/>
            </a:pPr>
            <a:r>
              <a:rPr lang="nl-NL" dirty="0"/>
              <a:t>In ontwerp en As-built tekening wordt een nieuwe Mantelbuis vastgelegd op dezelfde locatie</a:t>
            </a:r>
          </a:p>
          <a:p>
            <a:pPr marL="285750" indent="-285750">
              <a:buFont typeface="Arial" panose="020B0604020202020204" pitchFamily="34" charset="0"/>
              <a:buChar char="•"/>
            </a:pPr>
            <a:r>
              <a:rPr lang="nl-NL" dirty="0"/>
              <a:t>Desgewenst kan met behulp van </a:t>
            </a:r>
            <a:r>
              <a:rPr lang="nl-NL" dirty="0" err="1"/>
              <a:t>AmantelbuisInhoud</a:t>
            </a:r>
            <a:r>
              <a:rPr lang="nl-NL" dirty="0"/>
              <a:t> worden vastgelegd welke nieuwe kabel/leiding in de zo ontstane mantelbuis is gelegd.</a:t>
            </a:r>
          </a:p>
          <a:p>
            <a:pPr marL="285750" indent="-285750">
              <a:buFont typeface="Arial" panose="020B0604020202020204" pitchFamily="34" charset="0"/>
              <a:buChar char="•"/>
            </a:pPr>
            <a:endParaRPr lang="nl-NL" dirty="0"/>
          </a:p>
          <a:p>
            <a:r>
              <a:rPr lang="nl-NL" dirty="0"/>
              <a:t>Systeemondersteuning in de ontwerpomgeving:</a:t>
            </a:r>
          </a:p>
          <a:p>
            <a:pPr marL="285750" indent="-285750">
              <a:buFont typeface="Arial" panose="020B0604020202020204" pitchFamily="34" charset="0"/>
              <a:buChar char="•"/>
            </a:pPr>
            <a:r>
              <a:rPr lang="nl-NL" dirty="0"/>
              <a:t>Kopiëren van de geometrie van de oude leiding naar de nieuwe mantelbuis</a:t>
            </a:r>
          </a:p>
          <a:p>
            <a:pPr marL="285750" indent="-285750">
              <a:buFont typeface="Arial" panose="020B0604020202020204" pitchFamily="34" charset="0"/>
              <a:buChar char="•"/>
            </a:pPr>
            <a:r>
              <a:rPr lang="nl-NL" dirty="0"/>
              <a:t>Optioneel: automatisch kopiëren van attribuutdata zoals Eigenaar/beheerder e.d. van leiding naar mantelbuis</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160B5D5B-9348-3F7F-3933-DB85BB80AE84}"/>
              </a:ext>
            </a:extLst>
          </p:cNvPr>
          <p:cNvSpPr>
            <a:spLocks noGrp="1"/>
          </p:cNvSpPr>
          <p:nvPr>
            <p:ph type="title"/>
          </p:nvPr>
        </p:nvSpPr>
        <p:spPr/>
        <p:txBody>
          <a:bodyPr/>
          <a:lstStyle/>
          <a:p>
            <a:r>
              <a:rPr lang="nl-NL" dirty="0"/>
              <a:t>Leiding wordt hergebruikt als mantelbuis</a:t>
            </a:r>
          </a:p>
        </p:txBody>
      </p:sp>
      <p:sp>
        <p:nvSpPr>
          <p:cNvPr id="4" name="Text Placeholder 3">
            <a:extLst>
              <a:ext uri="{FF2B5EF4-FFF2-40B4-BE49-F238E27FC236}">
                <a16:creationId xmlns:a16="http://schemas.microsoft.com/office/drawing/2014/main" id="{01E7E635-EB57-F4C4-FF99-F00F1E2729CF}"/>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584807AA-9988-DF0F-1BC0-EAEAEEAAC9F2}"/>
              </a:ext>
            </a:extLst>
          </p:cNvPr>
          <p:cNvSpPr>
            <a:spLocks noGrp="1"/>
          </p:cNvSpPr>
          <p:nvPr>
            <p:ph type="sldNum" sz="quarter" idx="12"/>
          </p:nvPr>
        </p:nvSpPr>
        <p:spPr/>
        <p:txBody>
          <a:bodyPr/>
          <a:lstStyle/>
          <a:p>
            <a:fld id="{55B2A88A-B7BD-41B1-9FCB-9BE633251ACA}" type="slidenum">
              <a:rPr lang="nl-NL" noProof="0" smtClean="0"/>
              <a:t>46</a:t>
            </a:fld>
            <a:endParaRPr lang="nl-NL" noProof="0"/>
          </a:p>
        </p:txBody>
      </p:sp>
    </p:spTree>
    <p:extLst>
      <p:ext uri="{BB962C8B-B14F-4D97-AF65-F5344CB8AC3E}">
        <p14:creationId xmlns:p14="http://schemas.microsoft.com/office/powerpoint/2010/main" val="2015501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507EDC51-D554-EF66-8213-BB2887F8CC1E}"/>
              </a:ext>
            </a:extLst>
          </p:cNvPr>
          <p:cNvSpPr>
            <a:spLocks noGrp="1"/>
          </p:cNvSpPr>
          <p:nvPr>
            <p:ph type="body" orient="vert" idx="1"/>
          </p:nvPr>
        </p:nvSpPr>
        <p:spPr/>
        <p:txBody>
          <a:bodyPr/>
          <a:lstStyle/>
          <a:p>
            <a:r>
              <a:rPr lang="nl-NL" dirty="0"/>
              <a:t>Kabel ligt in werkelijkheid een meter verder, hoe ga je daarmee om?</a:t>
            </a:r>
          </a:p>
        </p:txBody>
      </p:sp>
      <p:sp>
        <p:nvSpPr>
          <p:cNvPr id="3" name="Title 2">
            <a:extLst>
              <a:ext uri="{FF2B5EF4-FFF2-40B4-BE49-F238E27FC236}">
                <a16:creationId xmlns:a16="http://schemas.microsoft.com/office/drawing/2014/main" id="{5BBBAEE5-2473-F4DC-990A-9638F02FE9BA}"/>
              </a:ext>
            </a:extLst>
          </p:cNvPr>
          <p:cNvSpPr>
            <a:spLocks noGrp="1"/>
          </p:cNvSpPr>
          <p:nvPr>
            <p:ph type="title"/>
          </p:nvPr>
        </p:nvSpPr>
        <p:spPr/>
        <p:txBody>
          <a:bodyPr/>
          <a:lstStyle/>
          <a:p>
            <a:r>
              <a:rPr lang="nl-NL" dirty="0"/>
              <a:t>Verschil tussen administratie en werkelijkheid</a:t>
            </a:r>
          </a:p>
        </p:txBody>
      </p:sp>
      <p:sp>
        <p:nvSpPr>
          <p:cNvPr id="4" name="Text Placeholder 3">
            <a:extLst>
              <a:ext uri="{FF2B5EF4-FFF2-40B4-BE49-F238E27FC236}">
                <a16:creationId xmlns:a16="http://schemas.microsoft.com/office/drawing/2014/main" id="{4BEBC4CE-ED7E-C1E0-BF0B-599D415A0C8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6AED6320-3245-E480-EBB4-7FABB2D1F8A7}"/>
              </a:ext>
            </a:extLst>
          </p:cNvPr>
          <p:cNvSpPr>
            <a:spLocks noGrp="1"/>
          </p:cNvSpPr>
          <p:nvPr>
            <p:ph type="sldNum" sz="quarter" idx="12"/>
          </p:nvPr>
        </p:nvSpPr>
        <p:spPr/>
        <p:txBody>
          <a:bodyPr/>
          <a:lstStyle/>
          <a:p>
            <a:fld id="{55B2A88A-B7BD-41B1-9FCB-9BE633251ACA}" type="slidenum">
              <a:rPr lang="nl-NL" noProof="0" smtClean="0"/>
              <a:t>47</a:t>
            </a:fld>
            <a:endParaRPr lang="nl-NL" noProof="0"/>
          </a:p>
        </p:txBody>
      </p:sp>
    </p:spTree>
    <p:extLst>
      <p:ext uri="{BB962C8B-B14F-4D97-AF65-F5344CB8AC3E}">
        <p14:creationId xmlns:p14="http://schemas.microsoft.com/office/powerpoint/2010/main" val="2091485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0B481E8B-9155-C2E3-D0BB-413052D0D8B9}"/>
              </a:ext>
            </a:extLst>
          </p:cNvPr>
          <p:cNvSpPr>
            <a:spLocks noGrp="1"/>
          </p:cNvSpPr>
          <p:nvPr>
            <p:ph type="body" orient="vert" idx="1"/>
          </p:nvPr>
        </p:nvSpPr>
        <p:spPr/>
        <p:txBody>
          <a:bodyPr>
            <a:normAutofit fontScale="85000" lnSpcReduction="10000"/>
          </a:bodyPr>
          <a:lstStyle/>
          <a:p>
            <a:r>
              <a:rPr lang="nl-NL" dirty="0"/>
              <a:t>Naast informatie over de assets, hebben de samenwerkende partijen ook behoefte aan uitwisseling van informatie over het project waarin die assets worden verwerkt, zoals projectnummer, projectnaam, projectstatus e.d. </a:t>
            </a:r>
          </a:p>
          <a:p>
            <a:endParaRPr lang="nl-NL" dirty="0"/>
          </a:p>
          <a:p>
            <a:r>
              <a:rPr lang="nl-NL" dirty="0"/>
              <a:t>Voor de korte termijn zijn deze logische oplossingen beschikbaar, die kunnen worden toegepast:</a:t>
            </a:r>
          </a:p>
          <a:p>
            <a:r>
              <a:rPr lang="nl-NL" dirty="0"/>
              <a:t>1. Projectnummer zit in de naam van het bestand. Wellicht kunnen we hier standaardiseren zoals bijvoorbeeld in BIM Basis Infra wordt voorgesteld. Zie </a:t>
            </a:r>
            <a:r>
              <a:rPr lang="nl-NL" dirty="0">
                <a:hlinkClick r:id="rId2"/>
              </a:rPr>
              <a:t>BIM basis Infra - digiGO</a:t>
            </a:r>
            <a:endParaRPr lang="nl-NL" dirty="0"/>
          </a:p>
          <a:p>
            <a:r>
              <a:rPr lang="nl-NL" dirty="0"/>
              <a:t>2. Projectnummer wordt opgenomen in de stempel van de </a:t>
            </a:r>
            <a:r>
              <a:rPr lang="nl-NL" dirty="0" err="1"/>
              <a:t>AutoCAD</a:t>
            </a:r>
            <a:r>
              <a:rPr lang="nl-NL" dirty="0"/>
              <a:t> tekening. </a:t>
            </a:r>
          </a:p>
          <a:p>
            <a:r>
              <a:rPr lang="nl-NL" dirty="0"/>
              <a:t>3. Projectgegevens worden als object meegenomen in de tekening. Hiervoor is in versie 10 van het informatiemodel het object </a:t>
            </a:r>
            <a:r>
              <a:rPr lang="nl-NL" dirty="0" err="1"/>
              <a:t>Aprojectreferentie</a:t>
            </a:r>
            <a:r>
              <a:rPr lang="nl-NL" dirty="0"/>
              <a:t> opgenomen. Daarin wordt naast het projectnummer ook vastgelegd of het de eindrevisie betreft en een volgnummer van deelrevisie.</a:t>
            </a:r>
          </a:p>
          <a:p>
            <a:endParaRPr lang="nl-NL" dirty="0"/>
          </a:p>
          <a:p>
            <a:r>
              <a:rPr lang="nl-NL" dirty="0"/>
              <a:t>Voor de langere termijn zal de tekening met XML een bijlage zijn bij een bericht dat wordt uitgewisseld via MijnAansluiting.nl, waarbij het bericht het projectnummer en de projectstatus bevat (vergelijkbaar met DSP). Alle informatie over het proces zit dan in het berichtenverkeer en </a:t>
            </a:r>
            <a:r>
              <a:rPr lang="nl-NL" dirty="0" err="1"/>
              <a:t>en</a:t>
            </a:r>
            <a:r>
              <a:rPr lang="nl-NL" dirty="0"/>
              <a:t> NLCS++ bijlage bevat de ontwerp/revisietekening met attribuutdata.</a:t>
            </a:r>
          </a:p>
          <a:p>
            <a:endParaRPr lang="nl-NL" dirty="0"/>
          </a:p>
          <a:p>
            <a:r>
              <a:rPr lang="nl-NL" dirty="0" err="1"/>
              <a:t>MijnAansluiting</a:t>
            </a:r>
            <a:r>
              <a:rPr lang="nl-NL" dirty="0"/>
              <a:t> treedt dan op als broker tussen Netbeheerders en Aannemers en standaardiseert het berichtenverkeer over opdracht/project en de status van de afhandeling/uitvoering daarvan. </a:t>
            </a:r>
          </a:p>
        </p:txBody>
      </p:sp>
      <p:sp>
        <p:nvSpPr>
          <p:cNvPr id="3" name="Title 2">
            <a:extLst>
              <a:ext uri="{FF2B5EF4-FFF2-40B4-BE49-F238E27FC236}">
                <a16:creationId xmlns:a16="http://schemas.microsoft.com/office/drawing/2014/main" id="{1FD8838D-7731-3730-C4B2-851F41ACB5B7}"/>
              </a:ext>
            </a:extLst>
          </p:cNvPr>
          <p:cNvSpPr>
            <a:spLocks noGrp="1"/>
          </p:cNvSpPr>
          <p:nvPr>
            <p:ph type="title"/>
          </p:nvPr>
        </p:nvSpPr>
        <p:spPr/>
        <p:txBody>
          <a:bodyPr/>
          <a:lstStyle/>
          <a:p>
            <a:r>
              <a:rPr lang="nl-NL" dirty="0"/>
              <a:t>Projectinformatie</a:t>
            </a:r>
          </a:p>
        </p:txBody>
      </p:sp>
      <p:sp>
        <p:nvSpPr>
          <p:cNvPr id="4" name="Text Placeholder 3">
            <a:extLst>
              <a:ext uri="{FF2B5EF4-FFF2-40B4-BE49-F238E27FC236}">
                <a16:creationId xmlns:a16="http://schemas.microsoft.com/office/drawing/2014/main" id="{5D6E6265-BD20-CDF2-784C-C8DD49A330D3}"/>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432CBDAD-0A06-D2AF-2A6F-86282F0089FD}"/>
              </a:ext>
            </a:extLst>
          </p:cNvPr>
          <p:cNvSpPr>
            <a:spLocks noGrp="1"/>
          </p:cNvSpPr>
          <p:nvPr>
            <p:ph type="sldNum" sz="quarter" idx="12"/>
          </p:nvPr>
        </p:nvSpPr>
        <p:spPr/>
        <p:txBody>
          <a:bodyPr/>
          <a:lstStyle/>
          <a:p>
            <a:fld id="{55B2A88A-B7BD-41B1-9FCB-9BE633251ACA}" type="slidenum">
              <a:rPr lang="nl-NL" noProof="0" smtClean="0"/>
              <a:t>48</a:t>
            </a:fld>
            <a:endParaRPr lang="nl-NL" noProof="0"/>
          </a:p>
        </p:txBody>
      </p:sp>
    </p:spTree>
    <p:extLst>
      <p:ext uri="{BB962C8B-B14F-4D97-AF65-F5344CB8AC3E}">
        <p14:creationId xmlns:p14="http://schemas.microsoft.com/office/powerpoint/2010/main" val="1253406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78DE617A-D378-5247-DE7F-9C3F3B5AE1C0}"/>
              </a:ext>
            </a:extLst>
          </p:cNvPr>
          <p:cNvSpPr>
            <a:spLocks noGrp="1"/>
          </p:cNvSpPr>
          <p:nvPr>
            <p:ph type="body" orient="vert" idx="1"/>
          </p:nvPr>
        </p:nvSpPr>
        <p:spPr/>
        <p:txBody>
          <a:bodyPr/>
          <a:lstStyle/>
          <a:p>
            <a:r>
              <a:rPr lang="nl-NL" dirty="0"/>
              <a:t>Het informatiemodel bestaat uit de volgende deliverables:</a:t>
            </a:r>
          </a:p>
          <a:p>
            <a:pPr marL="285750" indent="-285750">
              <a:buFont typeface="Arial" panose="020B0604020202020204" pitchFamily="34" charset="0"/>
              <a:buChar char="•"/>
            </a:pPr>
            <a:r>
              <a:rPr lang="nl-NL" dirty="0"/>
              <a:t>InformatiemodelNetbeheerV11.xlsx: </a:t>
            </a:r>
            <a:r>
              <a:rPr lang="nl-NL" dirty="0" err="1"/>
              <a:t>mapping</a:t>
            </a:r>
            <a:r>
              <a:rPr lang="nl-NL" dirty="0"/>
              <a:t> van Alliander, </a:t>
            </a:r>
            <a:r>
              <a:rPr lang="nl-NL" dirty="0" err="1"/>
              <a:t>Stedin</a:t>
            </a:r>
            <a:r>
              <a:rPr lang="nl-NL" dirty="0"/>
              <a:t> en </a:t>
            </a:r>
            <a:r>
              <a:rPr lang="nl-NL" dirty="0" err="1"/>
              <a:t>Enexis</a:t>
            </a:r>
            <a:r>
              <a:rPr lang="nl-NL" dirty="0"/>
              <a:t> modellen, IMKL op het Netbeheer informatiemodel op attribuutniveau. </a:t>
            </a:r>
          </a:p>
          <a:p>
            <a:pPr marL="285750" indent="-285750">
              <a:buFont typeface="Arial" panose="020B0604020202020204" pitchFamily="34" charset="0"/>
              <a:buChar char="•"/>
            </a:pPr>
            <a:r>
              <a:rPr lang="nl-NL" dirty="0"/>
              <a:t>Domains_InformatiemodelNetbeheerV11.xls: Bevat alle keuzelijsten met inhoud vanuit Alliander, </a:t>
            </a:r>
            <a:r>
              <a:rPr lang="nl-NL" dirty="0" err="1"/>
              <a:t>Stedin</a:t>
            </a:r>
            <a:r>
              <a:rPr lang="nl-NL" dirty="0"/>
              <a:t> en </a:t>
            </a:r>
            <a:r>
              <a:rPr lang="nl-NL" dirty="0" err="1"/>
              <a:t>Enexis</a:t>
            </a:r>
            <a:r>
              <a:rPr lang="nl-NL" dirty="0"/>
              <a:t> (Elektra, Gas, Telecom), inclusief de relatie tussen keuzelijst en attributen</a:t>
            </a:r>
          </a:p>
          <a:p>
            <a:pPr marL="285750" indent="-285750">
              <a:buFont typeface="Arial" panose="020B0604020202020204" pitchFamily="34" charset="0"/>
              <a:buChar char="•"/>
            </a:pPr>
            <a:r>
              <a:rPr lang="nl-NL" dirty="0"/>
              <a:t>NLCS_NetbeheerAllianderV11Import.xsd: XSD die het model beschrijft, </a:t>
            </a:r>
            <a:r>
              <a:rPr lang="nl-NL" dirty="0" err="1"/>
              <a:t>Alliander</a:t>
            </a:r>
            <a:endParaRPr lang="nl-NL" dirty="0"/>
          </a:p>
          <a:p>
            <a:pPr marL="285750" indent="-285750">
              <a:buFont typeface="Arial" panose="020B0604020202020204" pitchFamily="34" charset="0"/>
              <a:buChar char="•"/>
            </a:pPr>
            <a:r>
              <a:rPr lang="nl-NL" dirty="0"/>
              <a:t>NLCS_NetbeheerAllianderV11Import_Keuzelijst.XSD: keuzelijsten XSD voor </a:t>
            </a:r>
            <a:r>
              <a:rPr lang="nl-NL" dirty="0" err="1"/>
              <a:t>Alliander</a:t>
            </a:r>
            <a:endParaRPr lang="nl-NL" dirty="0"/>
          </a:p>
          <a:p>
            <a:pPr marL="285750" indent="-285750">
              <a:buFont typeface="Arial" panose="020B0604020202020204" pitchFamily="34" charset="0"/>
              <a:buChar char="•"/>
            </a:pPr>
            <a:r>
              <a:rPr lang="nl-NL" dirty="0"/>
              <a:t>NLCS_NetbeheerStedinV11Import.xsd: XSD die het model beschrijft, </a:t>
            </a:r>
            <a:r>
              <a:rPr lang="nl-NL" dirty="0" err="1"/>
              <a:t>Stedin</a:t>
            </a:r>
            <a:endParaRPr lang="nl-NL" dirty="0"/>
          </a:p>
          <a:p>
            <a:pPr marL="285750" indent="-285750">
              <a:buFont typeface="Arial" panose="020B0604020202020204" pitchFamily="34" charset="0"/>
              <a:buChar char="•"/>
            </a:pPr>
            <a:r>
              <a:rPr lang="nl-NL" dirty="0"/>
              <a:t>NLCS_NetbeheerStedinV11Import_Keuzelijst.XSD : keuzelijsten XSD voor </a:t>
            </a:r>
            <a:r>
              <a:rPr lang="nl-NL" dirty="0" err="1"/>
              <a:t>Stedin</a:t>
            </a:r>
            <a:endParaRPr lang="nl-NL" dirty="0"/>
          </a:p>
          <a:p>
            <a:pPr marL="285750" indent="-285750">
              <a:buFont typeface="Arial" panose="020B0604020202020204" pitchFamily="34" charset="0"/>
              <a:buChar char="•"/>
            </a:pPr>
            <a:r>
              <a:rPr lang="nl-NL" dirty="0"/>
              <a:t>NLCS_NetbeheerEnexisV11Import.xsd: XSD die het model beschrijft, </a:t>
            </a:r>
            <a:r>
              <a:rPr lang="nl-NL" dirty="0" err="1"/>
              <a:t>Enexis</a:t>
            </a:r>
            <a:endParaRPr lang="nl-NL" dirty="0"/>
          </a:p>
          <a:p>
            <a:pPr marL="285750" indent="-285750">
              <a:buFont typeface="Arial" panose="020B0604020202020204" pitchFamily="34" charset="0"/>
              <a:buChar char="•"/>
            </a:pPr>
            <a:r>
              <a:rPr lang="nl-NL" dirty="0"/>
              <a:t>NLCS_NetbeheerEnexisV11Import_Keuzelijst.XSD : keuzelijsten XSD voor </a:t>
            </a:r>
            <a:r>
              <a:rPr lang="nl-NL" dirty="0" err="1"/>
              <a:t>Enexis</a:t>
            </a:r>
            <a:endParaRPr lang="nl-NL" dirty="0"/>
          </a:p>
          <a:p>
            <a:pPr marL="285750" indent="-285750">
              <a:buFont typeface="Arial" panose="020B0604020202020204" pitchFamily="34" charset="0"/>
              <a:buChar char="•"/>
            </a:pPr>
            <a:r>
              <a:rPr lang="nl-NL" dirty="0"/>
              <a:t>Informatiemodel_NetbeheerE_G_Oplevering_V11.pptx: Deze presentatie met daarin de achtergronden, ontwerpkeuzes, beschrijving van NLCS++ en restpuntenoverzicht.</a:t>
            </a:r>
          </a:p>
          <a:p>
            <a:pPr marL="285750" indent="-285750">
              <a:buFont typeface="Arial" panose="020B0604020202020204" pitchFamily="34" charset="0"/>
              <a:buChar char="•"/>
            </a:pPr>
            <a:endParaRPr lang="nl-NL" dirty="0"/>
          </a:p>
        </p:txBody>
      </p:sp>
      <p:sp>
        <p:nvSpPr>
          <p:cNvPr id="3" name="Title 2">
            <a:extLst>
              <a:ext uri="{FF2B5EF4-FFF2-40B4-BE49-F238E27FC236}">
                <a16:creationId xmlns:a16="http://schemas.microsoft.com/office/drawing/2014/main" id="{DF3F9EC8-A48D-1A32-1CF6-0A2A166EDB59}"/>
              </a:ext>
            </a:extLst>
          </p:cNvPr>
          <p:cNvSpPr>
            <a:spLocks noGrp="1"/>
          </p:cNvSpPr>
          <p:nvPr>
            <p:ph type="title"/>
          </p:nvPr>
        </p:nvSpPr>
        <p:spPr/>
        <p:txBody>
          <a:bodyPr/>
          <a:lstStyle/>
          <a:p>
            <a:r>
              <a:rPr lang="nl-NL" dirty="0"/>
              <a:t>Oplevering Informatiemodel, deliverables</a:t>
            </a:r>
          </a:p>
        </p:txBody>
      </p:sp>
      <p:sp>
        <p:nvSpPr>
          <p:cNvPr id="4" name="Text Placeholder 3">
            <a:extLst>
              <a:ext uri="{FF2B5EF4-FFF2-40B4-BE49-F238E27FC236}">
                <a16:creationId xmlns:a16="http://schemas.microsoft.com/office/drawing/2014/main" id="{53B00A6A-099B-68D1-F417-8435454ECF5E}"/>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EA7C9487-F1B7-DB5E-9D05-04DA084E2CCB}"/>
              </a:ext>
            </a:extLst>
          </p:cNvPr>
          <p:cNvSpPr>
            <a:spLocks noGrp="1"/>
          </p:cNvSpPr>
          <p:nvPr>
            <p:ph type="sldNum" sz="quarter" idx="12"/>
          </p:nvPr>
        </p:nvSpPr>
        <p:spPr/>
        <p:txBody>
          <a:bodyPr/>
          <a:lstStyle/>
          <a:p>
            <a:fld id="{55B2A88A-B7BD-41B1-9FCB-9BE633251ACA}" type="slidenum">
              <a:rPr lang="nl-NL" noProof="0" smtClean="0"/>
              <a:t>49</a:t>
            </a:fld>
            <a:endParaRPr lang="nl-NL" noProof="0"/>
          </a:p>
        </p:txBody>
      </p:sp>
    </p:spTree>
    <p:extLst>
      <p:ext uri="{BB962C8B-B14F-4D97-AF65-F5344CB8AC3E}">
        <p14:creationId xmlns:p14="http://schemas.microsoft.com/office/powerpoint/2010/main" val="3619678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B76C087A-F9DF-2F82-E6E8-C2F4131618A6}"/>
              </a:ext>
            </a:extLst>
          </p:cNvPr>
          <p:cNvSpPr>
            <a:spLocks noGrp="1"/>
          </p:cNvSpPr>
          <p:nvPr>
            <p:ph type="body" orient="vert" idx="1"/>
          </p:nvPr>
        </p:nvSpPr>
        <p:spPr/>
        <p:txBody>
          <a:bodyPr/>
          <a:lstStyle/>
          <a:p>
            <a:pPr marL="285750" indent="-285750">
              <a:buFont typeface="Arial" panose="020B0604020202020204" pitchFamily="34" charset="0"/>
              <a:buChar char="•"/>
            </a:pPr>
            <a:r>
              <a:rPr lang="en-US" dirty="0"/>
              <a:t>De </a:t>
            </a:r>
            <a:r>
              <a:rPr lang="en-US" dirty="0" err="1"/>
              <a:t>volgende</a:t>
            </a:r>
            <a:r>
              <a:rPr lang="en-US" dirty="0"/>
              <a:t> </a:t>
            </a:r>
            <a:r>
              <a:rPr lang="en-US" dirty="0" err="1"/>
              <a:t>keuzelijsten</a:t>
            </a:r>
            <a:r>
              <a:rPr lang="en-US" dirty="0"/>
              <a:t> </a:t>
            </a:r>
            <a:r>
              <a:rPr lang="en-US" dirty="0" err="1"/>
              <a:t>zijn</a:t>
            </a:r>
            <a:r>
              <a:rPr lang="en-US" dirty="0"/>
              <a:t> </a:t>
            </a:r>
            <a:r>
              <a:rPr lang="en-US" dirty="0" err="1"/>
              <a:t>nog</a:t>
            </a:r>
            <a:r>
              <a:rPr lang="en-US" dirty="0"/>
              <a:t> </a:t>
            </a:r>
            <a:r>
              <a:rPr lang="en-US" dirty="0" err="1"/>
              <a:t>niet</a:t>
            </a:r>
            <a:r>
              <a:rPr lang="en-US" dirty="0"/>
              <a:t> </a:t>
            </a:r>
            <a:r>
              <a:rPr lang="en-US" dirty="0" err="1"/>
              <a:t>compleet</a:t>
            </a:r>
            <a:r>
              <a:rPr lang="en-US" dirty="0"/>
              <a:t> of inconsistent van </a:t>
            </a:r>
            <a:r>
              <a:rPr lang="en-US" dirty="0" err="1"/>
              <a:t>opbouw</a:t>
            </a:r>
            <a:r>
              <a:rPr lang="en-US" dirty="0"/>
              <a:t>:</a:t>
            </a:r>
          </a:p>
          <a:p>
            <a:pPr marL="466702" lvl="2" indent="-285750">
              <a:lnSpc>
                <a:spcPct val="100000"/>
              </a:lnSpc>
            </a:pPr>
            <a:r>
              <a:rPr lang="en-US" dirty="0" err="1"/>
              <a:t>UitvoeringMSmof</a:t>
            </a:r>
            <a:r>
              <a:rPr lang="en-US" dirty="0"/>
              <a:t>: </a:t>
            </a:r>
            <a:r>
              <a:rPr lang="en-US" dirty="0" err="1"/>
              <a:t>Stedin</a:t>
            </a:r>
            <a:r>
              <a:rPr lang="en-US" dirty="0"/>
              <a:t> </a:t>
            </a:r>
            <a:r>
              <a:rPr lang="en-US" dirty="0" err="1"/>
              <a:t>waarden</a:t>
            </a:r>
            <a:r>
              <a:rPr lang="en-US" dirty="0"/>
              <a:t> </a:t>
            </a:r>
            <a:r>
              <a:rPr lang="en-US" dirty="0" err="1"/>
              <a:t>ontbreken</a:t>
            </a:r>
            <a:endParaRPr lang="en-US" dirty="0"/>
          </a:p>
          <a:p>
            <a:pPr marL="466702" lvl="2" indent="-285750">
              <a:lnSpc>
                <a:spcPct val="100000"/>
              </a:lnSpc>
            </a:pPr>
            <a:r>
              <a:rPr lang="en-US" dirty="0" err="1"/>
              <a:t>MateriaalMantelbuis</a:t>
            </a:r>
            <a:r>
              <a:rPr lang="en-US" dirty="0"/>
              <a:t>: </a:t>
            </a:r>
            <a:r>
              <a:rPr lang="en-US" dirty="0" err="1"/>
              <a:t>Stedin</a:t>
            </a:r>
            <a:r>
              <a:rPr lang="en-US" dirty="0"/>
              <a:t> </a:t>
            </a:r>
            <a:r>
              <a:rPr lang="en-US" dirty="0" err="1"/>
              <a:t>waarden</a:t>
            </a:r>
            <a:r>
              <a:rPr lang="en-US" dirty="0"/>
              <a:t> </a:t>
            </a:r>
            <a:r>
              <a:rPr lang="en-US" dirty="0" err="1"/>
              <a:t>nog</a:t>
            </a:r>
            <a:r>
              <a:rPr lang="en-US" dirty="0"/>
              <a:t> </a:t>
            </a:r>
            <a:r>
              <a:rPr lang="en-US" dirty="0" err="1"/>
              <a:t>schonen</a:t>
            </a:r>
            <a:r>
              <a:rPr lang="en-US" dirty="0"/>
              <a:t>, </a:t>
            </a:r>
            <a:r>
              <a:rPr lang="en-US" dirty="0" err="1"/>
              <a:t>bevat</a:t>
            </a:r>
            <a:r>
              <a:rPr lang="en-US" dirty="0"/>
              <a:t> </a:t>
            </a:r>
            <a:r>
              <a:rPr lang="en-US" dirty="0" err="1"/>
              <a:t>nog</a:t>
            </a:r>
            <a:r>
              <a:rPr lang="en-US" dirty="0"/>
              <a:t> </a:t>
            </a:r>
            <a:r>
              <a:rPr lang="en-US" dirty="0" err="1"/>
              <a:t>incourante</a:t>
            </a:r>
            <a:r>
              <a:rPr lang="en-US" dirty="0"/>
              <a:t> types.</a:t>
            </a:r>
          </a:p>
          <a:p>
            <a:pPr marL="466702" lvl="2" indent="-285750">
              <a:lnSpc>
                <a:spcPct val="100000"/>
              </a:lnSpc>
            </a:pPr>
            <a:r>
              <a:rPr lang="en-US" dirty="0" err="1"/>
              <a:t>UitvoeringAftakzadel</a:t>
            </a:r>
            <a:r>
              <a:rPr lang="en-US" dirty="0"/>
              <a:t>: </a:t>
            </a:r>
            <a:r>
              <a:rPr lang="en-US" dirty="0" err="1"/>
              <a:t>Stedin</a:t>
            </a:r>
            <a:r>
              <a:rPr lang="en-US" dirty="0"/>
              <a:t> </a:t>
            </a:r>
            <a:r>
              <a:rPr lang="en-US" dirty="0" err="1"/>
              <a:t>waarden</a:t>
            </a:r>
            <a:r>
              <a:rPr lang="en-US" dirty="0"/>
              <a:t> </a:t>
            </a:r>
            <a:r>
              <a:rPr lang="en-US" dirty="0" err="1"/>
              <a:t>nog</a:t>
            </a:r>
            <a:r>
              <a:rPr lang="en-US" dirty="0"/>
              <a:t> </a:t>
            </a:r>
            <a:r>
              <a:rPr lang="en-US" dirty="0" err="1"/>
              <a:t>schonen</a:t>
            </a:r>
            <a:r>
              <a:rPr lang="en-US" dirty="0"/>
              <a:t>: </a:t>
            </a:r>
            <a:r>
              <a:rPr lang="en-US" dirty="0" err="1"/>
              <a:t>bevat</a:t>
            </a:r>
            <a:r>
              <a:rPr lang="en-US" dirty="0"/>
              <a:t> </a:t>
            </a:r>
            <a:r>
              <a:rPr lang="en-US" dirty="0" err="1"/>
              <a:t>ook</a:t>
            </a:r>
            <a:r>
              <a:rPr lang="en-US" dirty="0"/>
              <a:t> T-</a:t>
            </a:r>
            <a:r>
              <a:rPr lang="en-US" dirty="0" err="1"/>
              <a:t>stukken</a:t>
            </a:r>
            <a:r>
              <a:rPr lang="en-US" dirty="0"/>
              <a:t> </a:t>
            </a:r>
            <a:r>
              <a:rPr lang="en-US" dirty="0" err="1"/>
              <a:t>e.d.</a:t>
            </a:r>
            <a:endParaRPr lang="en-US" dirty="0"/>
          </a:p>
          <a:p>
            <a:pPr marL="466702" lvl="2" indent="-285750">
              <a:lnSpc>
                <a:spcPct val="100000"/>
              </a:lnSpc>
            </a:pPr>
            <a:r>
              <a:rPr lang="en-US" dirty="0" err="1"/>
              <a:t>UitvoeringOvergangsstukGas</a:t>
            </a:r>
            <a:r>
              <a:rPr lang="en-US" dirty="0"/>
              <a:t>: </a:t>
            </a:r>
            <a:r>
              <a:rPr lang="en-US" dirty="0" err="1"/>
              <a:t>Stedin</a:t>
            </a:r>
            <a:r>
              <a:rPr lang="en-US" dirty="0"/>
              <a:t> </a:t>
            </a:r>
            <a:r>
              <a:rPr lang="en-US" dirty="0" err="1"/>
              <a:t>waarden</a:t>
            </a:r>
            <a:r>
              <a:rPr lang="en-US" dirty="0"/>
              <a:t> </a:t>
            </a:r>
            <a:r>
              <a:rPr lang="en-US" dirty="0" err="1"/>
              <a:t>ontbreken</a:t>
            </a:r>
            <a:endParaRPr lang="en-US" dirty="0"/>
          </a:p>
          <a:p>
            <a:pPr marL="466702" lvl="2" indent="-285750">
              <a:lnSpc>
                <a:spcPct val="100000"/>
              </a:lnSpc>
            </a:pPr>
            <a:r>
              <a:rPr lang="en-US" dirty="0" err="1"/>
              <a:t>UitvoeringHSKabel</a:t>
            </a:r>
            <a:r>
              <a:rPr lang="en-US" dirty="0"/>
              <a:t> en </a:t>
            </a:r>
            <a:r>
              <a:rPr lang="en-US" dirty="0" err="1"/>
              <a:t>OpbouwHSkabel</a:t>
            </a:r>
            <a:r>
              <a:rPr lang="en-US" dirty="0"/>
              <a:t>: </a:t>
            </a:r>
            <a:r>
              <a:rPr lang="en-US" dirty="0" err="1"/>
              <a:t>Stedin</a:t>
            </a:r>
            <a:r>
              <a:rPr lang="en-US" dirty="0"/>
              <a:t> types </a:t>
            </a:r>
            <a:r>
              <a:rPr lang="en-US" dirty="0" err="1"/>
              <a:t>ontbreken</a:t>
            </a:r>
            <a:endParaRPr lang="en-US" dirty="0"/>
          </a:p>
          <a:p>
            <a:pPr marL="466702" lvl="2" indent="-285750">
              <a:lnSpc>
                <a:spcPct val="100000"/>
              </a:lnSpc>
            </a:pPr>
            <a:r>
              <a:rPr lang="en-US" dirty="0" err="1"/>
              <a:t>UitvoeringHSMof</a:t>
            </a:r>
            <a:r>
              <a:rPr lang="en-US" dirty="0"/>
              <a:t>: </a:t>
            </a:r>
            <a:r>
              <a:rPr lang="en-US" dirty="0" err="1"/>
              <a:t>Stedin</a:t>
            </a:r>
            <a:r>
              <a:rPr lang="en-US" dirty="0"/>
              <a:t> </a:t>
            </a:r>
            <a:r>
              <a:rPr lang="en-US" dirty="0" err="1"/>
              <a:t>waarden</a:t>
            </a:r>
            <a:r>
              <a:rPr lang="en-US" dirty="0"/>
              <a:t> </a:t>
            </a:r>
            <a:r>
              <a:rPr lang="en-US" dirty="0" err="1"/>
              <a:t>ontbreken</a:t>
            </a:r>
            <a:endParaRPr lang="en-US" dirty="0"/>
          </a:p>
          <a:p>
            <a:pPr marL="466702" lvl="2" indent="-285750">
              <a:lnSpc>
                <a:spcPct val="100000"/>
              </a:lnSpc>
            </a:pPr>
            <a:r>
              <a:rPr lang="en-US" dirty="0" err="1"/>
              <a:t>Aardingssysteem</a:t>
            </a:r>
            <a:r>
              <a:rPr lang="en-US" dirty="0"/>
              <a:t>: </a:t>
            </a:r>
            <a:r>
              <a:rPr lang="en-US" dirty="0" err="1"/>
              <a:t>Stedin</a:t>
            </a:r>
            <a:r>
              <a:rPr lang="en-US" dirty="0"/>
              <a:t> </a:t>
            </a:r>
            <a:r>
              <a:rPr lang="en-US" dirty="0" err="1"/>
              <a:t>waarden</a:t>
            </a:r>
            <a:r>
              <a:rPr lang="en-US" dirty="0"/>
              <a:t> </a:t>
            </a:r>
            <a:r>
              <a:rPr lang="en-US" dirty="0" err="1"/>
              <a:t>ontbreken</a:t>
            </a:r>
            <a:endParaRPr lang="en-US" dirty="0"/>
          </a:p>
          <a:p>
            <a:pPr marL="466702" lvl="2" indent="-285750">
              <a:lnSpc>
                <a:spcPct val="100000"/>
              </a:lnSpc>
            </a:pPr>
            <a:r>
              <a:rPr lang="en-US" dirty="0" err="1"/>
              <a:t>TypeLSMof</a:t>
            </a:r>
            <a:r>
              <a:rPr lang="en-US" dirty="0"/>
              <a:t>: </a:t>
            </a:r>
            <a:r>
              <a:rPr lang="en-US" dirty="0" err="1"/>
              <a:t>Stedin</a:t>
            </a:r>
            <a:r>
              <a:rPr lang="en-US" dirty="0"/>
              <a:t> </a:t>
            </a:r>
            <a:r>
              <a:rPr lang="en-US" dirty="0" err="1"/>
              <a:t>waarden</a:t>
            </a:r>
            <a:r>
              <a:rPr lang="en-US" dirty="0"/>
              <a:t> </a:t>
            </a:r>
            <a:r>
              <a:rPr lang="en-US" dirty="0" err="1"/>
              <a:t>ontbreken</a:t>
            </a:r>
            <a:endParaRPr lang="en-US" dirty="0"/>
          </a:p>
          <a:p>
            <a:pPr marL="285750" indent="-285750">
              <a:buFont typeface="Arial" panose="020B0604020202020204" pitchFamily="34" charset="0"/>
              <a:buChar char="•"/>
            </a:pPr>
            <a:endParaRPr lang="en-US" dirty="0"/>
          </a:p>
          <a:p>
            <a:endParaRPr lang="nl-NL" dirty="0"/>
          </a:p>
        </p:txBody>
      </p:sp>
      <p:sp>
        <p:nvSpPr>
          <p:cNvPr id="3" name="Title 2">
            <a:extLst>
              <a:ext uri="{FF2B5EF4-FFF2-40B4-BE49-F238E27FC236}">
                <a16:creationId xmlns:a16="http://schemas.microsoft.com/office/drawing/2014/main" id="{2B09AA96-3C48-A851-467F-8669E2FEB94D}"/>
              </a:ext>
            </a:extLst>
          </p:cNvPr>
          <p:cNvSpPr>
            <a:spLocks noGrp="1"/>
          </p:cNvSpPr>
          <p:nvPr>
            <p:ph type="title"/>
          </p:nvPr>
        </p:nvSpPr>
        <p:spPr/>
        <p:txBody>
          <a:bodyPr/>
          <a:lstStyle/>
          <a:p>
            <a:r>
              <a:rPr lang="en-US" dirty="0" err="1"/>
              <a:t>Overzicht</a:t>
            </a:r>
            <a:r>
              <a:rPr lang="en-US" dirty="0"/>
              <a:t> </a:t>
            </a:r>
            <a:r>
              <a:rPr lang="en-US" dirty="0" err="1"/>
              <a:t>restpunten</a:t>
            </a:r>
            <a:r>
              <a:rPr lang="en-US" dirty="0"/>
              <a:t>:</a:t>
            </a:r>
            <a:endParaRPr lang="nl-NL" dirty="0"/>
          </a:p>
        </p:txBody>
      </p:sp>
      <p:sp>
        <p:nvSpPr>
          <p:cNvPr id="4" name="Text Placeholder 3">
            <a:extLst>
              <a:ext uri="{FF2B5EF4-FFF2-40B4-BE49-F238E27FC236}">
                <a16:creationId xmlns:a16="http://schemas.microsoft.com/office/drawing/2014/main" id="{DA6DC3FA-1C11-7304-3494-0254CBFFEAF7}"/>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3441A0D7-167E-6072-9161-5F36E57C2A89}"/>
              </a:ext>
            </a:extLst>
          </p:cNvPr>
          <p:cNvSpPr>
            <a:spLocks noGrp="1"/>
          </p:cNvSpPr>
          <p:nvPr>
            <p:ph type="sldNum" sz="quarter" idx="12"/>
          </p:nvPr>
        </p:nvSpPr>
        <p:spPr/>
        <p:txBody>
          <a:bodyPr/>
          <a:lstStyle/>
          <a:p>
            <a:fld id="{55B2A88A-B7BD-41B1-9FCB-9BE633251ACA}" type="slidenum">
              <a:rPr lang="nl-NL" noProof="0" smtClean="0"/>
              <a:t>50</a:t>
            </a:fld>
            <a:endParaRPr lang="nl-NL" noProof="0"/>
          </a:p>
        </p:txBody>
      </p:sp>
    </p:spTree>
    <p:extLst>
      <p:ext uri="{BB962C8B-B14F-4D97-AF65-F5344CB8AC3E}">
        <p14:creationId xmlns:p14="http://schemas.microsoft.com/office/powerpoint/2010/main" val="1018532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23DD4698-1017-5368-6627-8F84C23F4CA2}"/>
              </a:ext>
            </a:extLst>
          </p:cNvPr>
          <p:cNvSpPr>
            <a:spLocks noGrp="1"/>
          </p:cNvSpPr>
          <p:nvPr>
            <p:ph type="body" orient="vert" idx="1"/>
          </p:nvPr>
        </p:nvSpPr>
        <p:spPr/>
        <p:txBody>
          <a:bodyPr/>
          <a:lstStyle/>
          <a:p>
            <a:pPr marL="342900" indent="-342900">
              <a:buFont typeface="+mj-lt"/>
              <a:buAutoNum type="arabicPeriod"/>
            </a:pPr>
            <a:r>
              <a:rPr lang="nl-NL" dirty="0"/>
              <a:t>Waarom dit informatiemodel voor Laagspanning (LS)?</a:t>
            </a:r>
          </a:p>
          <a:p>
            <a:pPr marL="342900" indent="-342900">
              <a:buFont typeface="+mj-lt"/>
              <a:buAutoNum type="arabicPeriod"/>
            </a:pPr>
            <a:r>
              <a:rPr lang="nl-NL" dirty="0"/>
              <a:t>Status van dit informatiemodel voor LS</a:t>
            </a:r>
          </a:p>
          <a:p>
            <a:pPr marL="342900" indent="-342900">
              <a:buFont typeface="+mj-lt"/>
              <a:buAutoNum type="arabicPeriod"/>
            </a:pPr>
            <a:r>
              <a:rPr lang="nl-NL" dirty="0"/>
              <a:t>Uitgangspunten en inhoud van het informatiemodel</a:t>
            </a:r>
          </a:p>
          <a:p>
            <a:pPr marL="342900" indent="-342900">
              <a:buFont typeface="+mj-lt"/>
              <a:buAutoNum type="arabicPeriod"/>
            </a:pPr>
            <a:r>
              <a:rPr lang="nl-NL" dirty="0">
                <a:solidFill>
                  <a:srgbClr val="92D050"/>
                </a:solidFill>
              </a:rPr>
              <a:t>Wat is NLCS++ precies: uitleg hoe attribuutinformatie wordt vastgelegd in NLCS++</a:t>
            </a:r>
          </a:p>
          <a:p>
            <a:endParaRPr lang="nl-NL" dirty="0"/>
          </a:p>
          <a:p>
            <a:pPr marL="342900" indent="-342900">
              <a:buFont typeface="+mj-lt"/>
              <a:buAutoNum type="arabicPeriod"/>
            </a:pPr>
            <a:endParaRPr lang="nl-NL" dirty="0"/>
          </a:p>
          <a:p>
            <a:pPr marL="285750" indent="-285750">
              <a:buFont typeface="Arial" panose="020B0604020202020204" pitchFamily="34" charset="0"/>
              <a:buChar char="•"/>
            </a:pPr>
            <a:endParaRPr lang="nl-NL" dirty="0"/>
          </a:p>
          <a:p>
            <a:endParaRPr lang="nl-NL" dirty="0"/>
          </a:p>
        </p:txBody>
      </p:sp>
      <p:sp>
        <p:nvSpPr>
          <p:cNvPr id="3" name="Title 2">
            <a:extLst>
              <a:ext uri="{FF2B5EF4-FFF2-40B4-BE49-F238E27FC236}">
                <a16:creationId xmlns:a16="http://schemas.microsoft.com/office/drawing/2014/main" id="{FE587B08-976F-882C-5C19-66A4B72A7586}"/>
              </a:ext>
            </a:extLst>
          </p:cNvPr>
          <p:cNvSpPr>
            <a:spLocks noGrp="1"/>
          </p:cNvSpPr>
          <p:nvPr>
            <p:ph type="title"/>
          </p:nvPr>
        </p:nvSpPr>
        <p:spPr/>
        <p:txBody>
          <a:bodyPr/>
          <a:lstStyle/>
          <a:p>
            <a:r>
              <a:rPr lang="nl-NL" dirty="0"/>
              <a:t>Onderwerpen</a:t>
            </a:r>
          </a:p>
        </p:txBody>
      </p:sp>
      <p:sp>
        <p:nvSpPr>
          <p:cNvPr id="4" name="Text Placeholder 3">
            <a:extLst>
              <a:ext uri="{FF2B5EF4-FFF2-40B4-BE49-F238E27FC236}">
                <a16:creationId xmlns:a16="http://schemas.microsoft.com/office/drawing/2014/main" id="{457A440D-6F60-82C5-0EB4-226E5B1936FD}"/>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2D1C9BDA-CBD4-67CD-5DD1-7D423A50EA3E}"/>
              </a:ext>
            </a:extLst>
          </p:cNvPr>
          <p:cNvSpPr>
            <a:spLocks noGrp="1"/>
          </p:cNvSpPr>
          <p:nvPr>
            <p:ph type="sldNum" sz="quarter" idx="12"/>
          </p:nvPr>
        </p:nvSpPr>
        <p:spPr/>
        <p:txBody>
          <a:bodyPr/>
          <a:lstStyle/>
          <a:p>
            <a:fld id="{55B2A88A-B7BD-41B1-9FCB-9BE633251ACA}" type="slidenum">
              <a:rPr lang="nl-NL" noProof="0" smtClean="0"/>
              <a:t>51</a:t>
            </a:fld>
            <a:endParaRPr lang="nl-NL" noProof="0"/>
          </a:p>
        </p:txBody>
      </p:sp>
    </p:spTree>
    <p:extLst>
      <p:ext uri="{BB962C8B-B14F-4D97-AF65-F5344CB8AC3E}">
        <p14:creationId xmlns:p14="http://schemas.microsoft.com/office/powerpoint/2010/main" val="360955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7BDE97B3-73A0-2E33-3765-9B683B469677}"/>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Voor gebruik door netbeheerders/aannemers is NLCS niet voldoende dekkend om de attribuutgegevens te kunnen uitwisselen. Ook voor bijvoorbeeld gemeenten (IMBOR) en Stedelijk Spoor is het kunnen meegeven van attribuutdata van groot belang.</a:t>
            </a:r>
          </a:p>
          <a:p>
            <a:pPr marL="285750" indent="-285750">
              <a:buFont typeface="Arial" panose="020B0604020202020204" pitchFamily="34" charset="0"/>
              <a:buChar char="•"/>
            </a:pPr>
            <a:r>
              <a:rPr lang="nl-NL" dirty="0"/>
              <a:t>NLCS is onafhankelijk van het gebruikte CAD-pakket: naast AutoCAD moet de oplossing voor attribuutdata dus te gebruiken zijn in bijvoorbeeld Microstation en </a:t>
            </a:r>
            <a:r>
              <a:rPr lang="nl-NL" dirty="0" err="1"/>
              <a:t>BricsCAD</a:t>
            </a:r>
            <a:r>
              <a:rPr lang="nl-NL" dirty="0"/>
              <a:t> </a:t>
            </a:r>
          </a:p>
          <a:p>
            <a:pPr marL="285750" indent="-285750">
              <a:buFont typeface="Arial" panose="020B0604020202020204" pitchFamily="34" charset="0"/>
              <a:buChar char="•"/>
            </a:pPr>
            <a:r>
              <a:rPr lang="nl-NL" dirty="0"/>
              <a:t>De oplossing voor attribuutdata moet laagdrempelig zijn voor de deelnemende partijen. Met name aannemers zijn terughoudend in grote investeringen en grote technische veranderingen</a:t>
            </a:r>
          </a:p>
          <a:p>
            <a:pPr marL="285750" indent="-285750">
              <a:buFont typeface="Arial" panose="020B0604020202020204" pitchFamily="34" charset="0"/>
              <a:buChar char="•"/>
            </a:pPr>
            <a:r>
              <a:rPr lang="nl-NL" dirty="0"/>
              <a:t>De oplossing voor attribuutdata moet ook voorzien in het uitwisselen van keuzelijsten</a:t>
            </a:r>
          </a:p>
          <a:p>
            <a:pPr marL="285750" indent="-285750">
              <a:buFont typeface="Arial" panose="020B0604020202020204" pitchFamily="34" charset="0"/>
              <a:buChar char="•"/>
            </a:pPr>
            <a:r>
              <a:rPr lang="nl-NL" dirty="0"/>
              <a:t>Voor leveranciers van NLCS-software moet de oplossing voor attribuutdata eenvoudig te realiseren zijn. Dit faciliteert snelle implementatie en daarmee snelle adaptatie van deze uitbreiding op NLCS</a:t>
            </a:r>
          </a:p>
          <a:p>
            <a:pPr marL="285750" indent="-285750">
              <a:buFont typeface="Arial" panose="020B0604020202020204" pitchFamily="34" charset="0"/>
              <a:buChar char="•"/>
            </a:pPr>
            <a:r>
              <a:rPr lang="nl-NL" dirty="0"/>
              <a:t>Vrijwel alle netbeheerders en aannemers hebben reeds een DSP-oplossing voor aansluitingen gerealiseerd, gebaseerd op XML. </a:t>
            </a:r>
          </a:p>
        </p:txBody>
      </p:sp>
      <p:sp>
        <p:nvSpPr>
          <p:cNvPr id="3" name="Title 2">
            <a:extLst>
              <a:ext uri="{FF2B5EF4-FFF2-40B4-BE49-F238E27FC236}">
                <a16:creationId xmlns:a16="http://schemas.microsoft.com/office/drawing/2014/main" id="{C8607DED-B028-7BE2-39BB-1280DCEDF823}"/>
              </a:ext>
            </a:extLst>
          </p:cNvPr>
          <p:cNvSpPr>
            <a:spLocks noGrp="1"/>
          </p:cNvSpPr>
          <p:nvPr>
            <p:ph type="title"/>
          </p:nvPr>
        </p:nvSpPr>
        <p:spPr/>
        <p:txBody>
          <a:bodyPr/>
          <a:lstStyle/>
          <a:p>
            <a:r>
              <a:rPr lang="nl-NL" dirty="0"/>
              <a:t>Uitgangspunten voor attributen in NLCS</a:t>
            </a:r>
          </a:p>
        </p:txBody>
      </p:sp>
      <p:sp>
        <p:nvSpPr>
          <p:cNvPr id="4" name="Text Placeholder 3">
            <a:extLst>
              <a:ext uri="{FF2B5EF4-FFF2-40B4-BE49-F238E27FC236}">
                <a16:creationId xmlns:a16="http://schemas.microsoft.com/office/drawing/2014/main" id="{9A3BC8F9-A9B1-748D-0050-4C48E5F3E9E4}"/>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B43400EA-53EB-5A61-FAC6-E81ACD7A3CD1}"/>
              </a:ext>
            </a:extLst>
          </p:cNvPr>
          <p:cNvSpPr>
            <a:spLocks noGrp="1"/>
          </p:cNvSpPr>
          <p:nvPr>
            <p:ph type="sldNum" sz="quarter" idx="12"/>
          </p:nvPr>
        </p:nvSpPr>
        <p:spPr/>
        <p:txBody>
          <a:bodyPr/>
          <a:lstStyle/>
          <a:p>
            <a:fld id="{55B2A88A-B7BD-41B1-9FCB-9BE633251ACA}" type="slidenum">
              <a:rPr lang="nl-NL" noProof="0" smtClean="0"/>
              <a:t>52</a:t>
            </a:fld>
            <a:endParaRPr lang="nl-NL" noProof="0"/>
          </a:p>
        </p:txBody>
      </p:sp>
    </p:spTree>
    <p:extLst>
      <p:ext uri="{BB962C8B-B14F-4D97-AF65-F5344CB8AC3E}">
        <p14:creationId xmlns:p14="http://schemas.microsoft.com/office/powerpoint/2010/main" val="38017806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E3377D-E154-78C0-D1CD-547A8D889045}"/>
              </a:ext>
            </a:extLst>
          </p:cNvPr>
          <p:cNvSpPr>
            <a:spLocks noGrp="1"/>
          </p:cNvSpPr>
          <p:nvPr>
            <p:ph type="title"/>
          </p:nvPr>
        </p:nvSpPr>
        <p:spPr/>
        <p:txBody>
          <a:bodyPr/>
          <a:lstStyle/>
          <a:p>
            <a:r>
              <a:rPr lang="nl-NL" dirty="0"/>
              <a:t>Criteria formaatkeuze voor attribuutdata in NLCS</a:t>
            </a:r>
          </a:p>
        </p:txBody>
      </p:sp>
      <p:sp>
        <p:nvSpPr>
          <p:cNvPr id="4" name="Text Placeholder 3">
            <a:extLst>
              <a:ext uri="{FF2B5EF4-FFF2-40B4-BE49-F238E27FC236}">
                <a16:creationId xmlns:a16="http://schemas.microsoft.com/office/drawing/2014/main" id="{40C20F8B-6C52-C73B-CA99-FCA066FD0128}"/>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9B94B26E-F9C8-0042-000A-5E6A25802FB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B2A88A-B7BD-41B1-9FCB-9BE633251ACA}" type="slidenum">
              <a:rPr kumimoji="0" lang="nl-NL" sz="900" b="1" i="0" u="none" strike="noStrike" kern="1200" cap="none" spc="0" normalizeH="0" baseline="0" noProof="0" smtClean="0">
                <a:ln>
                  <a:noFill/>
                </a:ln>
                <a:solidFill>
                  <a:srgbClr val="CD5A19"/>
                </a:solidFill>
                <a:effectLst/>
                <a:uLnTx/>
                <a:uFillTx/>
                <a:latin typeface="Microsoft JhengHei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nl-NL" sz="900" b="1" i="0" u="none" strike="noStrike" kern="1200" cap="none" spc="0" normalizeH="0" baseline="0" noProof="0">
              <a:ln>
                <a:noFill/>
              </a:ln>
              <a:solidFill>
                <a:srgbClr val="CD5A19"/>
              </a:solidFill>
              <a:effectLst/>
              <a:uLnTx/>
              <a:uFillTx/>
              <a:latin typeface="Microsoft JhengHei Light"/>
              <a:ea typeface="+mn-ea"/>
              <a:cs typeface="+mn-cs"/>
            </a:endParaRPr>
          </a:p>
        </p:txBody>
      </p:sp>
      <p:graphicFrame>
        <p:nvGraphicFramePr>
          <p:cNvPr id="6" name="Table 6">
            <a:extLst>
              <a:ext uri="{FF2B5EF4-FFF2-40B4-BE49-F238E27FC236}">
                <a16:creationId xmlns:a16="http://schemas.microsoft.com/office/drawing/2014/main" id="{E20C8E51-B7A1-8701-22ED-1B01C95E3279}"/>
              </a:ext>
            </a:extLst>
          </p:cNvPr>
          <p:cNvGraphicFramePr>
            <a:graphicFrameLocks noGrp="1"/>
          </p:cNvGraphicFramePr>
          <p:nvPr/>
        </p:nvGraphicFramePr>
        <p:xfrm>
          <a:off x="496713" y="1441508"/>
          <a:ext cx="11195100" cy="3754120"/>
        </p:xfrm>
        <a:graphic>
          <a:graphicData uri="http://schemas.openxmlformats.org/drawingml/2006/table">
            <a:tbl>
              <a:tblPr firstRow="1" bandRow="1">
                <a:tableStyleId>{5C22544A-7EE6-4342-B048-85BDC9FD1C3A}</a:tableStyleId>
              </a:tblPr>
              <a:tblGrid>
                <a:gridCol w="2798775">
                  <a:extLst>
                    <a:ext uri="{9D8B030D-6E8A-4147-A177-3AD203B41FA5}">
                      <a16:colId xmlns:a16="http://schemas.microsoft.com/office/drawing/2014/main" val="1731997070"/>
                    </a:ext>
                  </a:extLst>
                </a:gridCol>
                <a:gridCol w="2798775">
                  <a:extLst>
                    <a:ext uri="{9D8B030D-6E8A-4147-A177-3AD203B41FA5}">
                      <a16:colId xmlns:a16="http://schemas.microsoft.com/office/drawing/2014/main" val="2428922947"/>
                    </a:ext>
                  </a:extLst>
                </a:gridCol>
                <a:gridCol w="2798775">
                  <a:extLst>
                    <a:ext uri="{9D8B030D-6E8A-4147-A177-3AD203B41FA5}">
                      <a16:colId xmlns:a16="http://schemas.microsoft.com/office/drawing/2014/main" val="3143206990"/>
                    </a:ext>
                  </a:extLst>
                </a:gridCol>
                <a:gridCol w="2798775">
                  <a:extLst>
                    <a:ext uri="{9D8B030D-6E8A-4147-A177-3AD203B41FA5}">
                      <a16:colId xmlns:a16="http://schemas.microsoft.com/office/drawing/2014/main" val="2563131093"/>
                    </a:ext>
                  </a:extLst>
                </a:gridCol>
              </a:tblGrid>
              <a:tr h="370840">
                <a:tc>
                  <a:txBody>
                    <a:bodyPr/>
                    <a:lstStyle/>
                    <a:p>
                      <a:r>
                        <a:rPr lang="nl-NL" dirty="0"/>
                        <a:t>Eis</a:t>
                      </a:r>
                    </a:p>
                  </a:txBody>
                  <a:tcPr/>
                </a:tc>
                <a:tc>
                  <a:txBody>
                    <a:bodyPr/>
                    <a:lstStyle/>
                    <a:p>
                      <a:r>
                        <a:rPr lang="nl-NL" dirty="0"/>
                        <a:t>XML/XSD</a:t>
                      </a:r>
                    </a:p>
                  </a:txBody>
                  <a:tcPr/>
                </a:tc>
                <a:tc>
                  <a:txBody>
                    <a:bodyPr/>
                    <a:lstStyle/>
                    <a:p>
                      <a:r>
                        <a:rPr lang="nl-NL" dirty="0" err="1"/>
                        <a:t>GeoJSON</a:t>
                      </a:r>
                      <a:endParaRPr lang="nl-NL" dirty="0"/>
                    </a:p>
                  </a:txBody>
                  <a:tcPr/>
                </a:tc>
                <a:tc>
                  <a:txBody>
                    <a:bodyPr/>
                    <a:lstStyle/>
                    <a:p>
                      <a:r>
                        <a:rPr lang="nl-NL" dirty="0"/>
                        <a:t>AutoCAD </a:t>
                      </a:r>
                      <a:r>
                        <a:rPr lang="nl-NL" dirty="0" err="1"/>
                        <a:t>attributes</a:t>
                      </a:r>
                      <a:endParaRPr lang="nl-NL" dirty="0"/>
                    </a:p>
                  </a:txBody>
                  <a:tcPr/>
                </a:tc>
                <a:extLst>
                  <a:ext uri="{0D108BD9-81ED-4DB2-BD59-A6C34878D82A}">
                    <a16:rowId xmlns:a16="http://schemas.microsoft.com/office/drawing/2014/main" val="2436251"/>
                  </a:ext>
                </a:extLst>
              </a:tr>
              <a:tr h="370840">
                <a:tc>
                  <a:txBody>
                    <a:bodyPr/>
                    <a:lstStyle/>
                    <a:p>
                      <a:r>
                        <a:rPr lang="nl-NL" dirty="0"/>
                        <a:t>Controle op correcte vulling mogelijk binnen formaat</a:t>
                      </a:r>
                    </a:p>
                  </a:txBody>
                  <a:tcPr/>
                </a:tc>
                <a:tc>
                  <a:txBody>
                    <a:bodyPr/>
                    <a:lstStyle/>
                    <a:p>
                      <a:r>
                        <a:rPr lang="nl-NL" dirty="0"/>
                        <a:t>++ (XSD)</a:t>
                      </a:r>
                    </a:p>
                  </a:txBody>
                  <a:tcPr/>
                </a:tc>
                <a:tc>
                  <a:txBody>
                    <a:bodyPr/>
                    <a:lstStyle/>
                    <a:p>
                      <a:r>
                        <a:rPr lang="nl-NL" dirty="0"/>
                        <a:t>+ (AVRO*)</a:t>
                      </a:r>
                    </a:p>
                  </a:txBody>
                  <a:tcPr/>
                </a:tc>
                <a:tc>
                  <a:txBody>
                    <a:bodyPr/>
                    <a:lstStyle/>
                    <a:p>
                      <a:r>
                        <a:rPr lang="nl-NL" dirty="0"/>
                        <a:t>-</a:t>
                      </a:r>
                    </a:p>
                  </a:txBody>
                  <a:tcPr/>
                </a:tc>
                <a:extLst>
                  <a:ext uri="{0D108BD9-81ED-4DB2-BD59-A6C34878D82A}">
                    <a16:rowId xmlns:a16="http://schemas.microsoft.com/office/drawing/2014/main" val="2226034802"/>
                  </a:ext>
                </a:extLst>
              </a:tr>
              <a:tr h="370840">
                <a:tc>
                  <a:txBody>
                    <a:bodyPr/>
                    <a:lstStyle/>
                    <a:p>
                      <a:r>
                        <a:rPr lang="nl-NL" dirty="0"/>
                        <a:t>Geschikt om keuzelijsten mee te geven</a:t>
                      </a:r>
                    </a:p>
                  </a:txBody>
                  <a:tcPr/>
                </a:tc>
                <a:tc>
                  <a:txBody>
                    <a:bodyPr/>
                    <a:lstStyle/>
                    <a:p>
                      <a:r>
                        <a:rPr lang="nl-NL" dirty="0"/>
                        <a:t>++ (XSD)</a:t>
                      </a:r>
                    </a:p>
                  </a:txBody>
                  <a:tcPr/>
                </a:tc>
                <a:tc>
                  <a:txBody>
                    <a:bodyPr/>
                    <a:lstStyle/>
                    <a:p>
                      <a:pPr marL="0" marR="0" lvl="0" indent="0" algn="l" defTabSz="914288" rtl="0" eaLnBrk="1" fontAlgn="auto" latinLnBrk="0" hangingPunct="1">
                        <a:lnSpc>
                          <a:spcPct val="100000"/>
                        </a:lnSpc>
                        <a:spcBef>
                          <a:spcPts val="0"/>
                        </a:spcBef>
                        <a:spcAft>
                          <a:spcPts val="0"/>
                        </a:spcAft>
                        <a:buClrTx/>
                        <a:buSzTx/>
                        <a:buFontTx/>
                        <a:buNone/>
                        <a:tabLst/>
                        <a:defRPr/>
                      </a:pPr>
                      <a:r>
                        <a:rPr lang="nl-NL" dirty="0"/>
                        <a:t>+ (AVRO)</a:t>
                      </a:r>
                    </a:p>
                    <a:p>
                      <a:endParaRPr lang="nl-NL" dirty="0"/>
                    </a:p>
                  </a:txBody>
                  <a:tcPr/>
                </a:tc>
                <a:tc>
                  <a:txBody>
                    <a:bodyPr/>
                    <a:lstStyle/>
                    <a:p>
                      <a:r>
                        <a:rPr lang="nl-NL" dirty="0"/>
                        <a:t>-</a:t>
                      </a:r>
                    </a:p>
                  </a:txBody>
                  <a:tcPr/>
                </a:tc>
                <a:extLst>
                  <a:ext uri="{0D108BD9-81ED-4DB2-BD59-A6C34878D82A}">
                    <a16:rowId xmlns:a16="http://schemas.microsoft.com/office/drawing/2014/main" val="3502033410"/>
                  </a:ext>
                </a:extLst>
              </a:tr>
              <a:tr h="370840">
                <a:tc>
                  <a:txBody>
                    <a:bodyPr/>
                    <a:lstStyle/>
                    <a:p>
                      <a:r>
                        <a:rPr lang="nl-NL" dirty="0"/>
                        <a:t>Moet eenvoudig voor software </a:t>
                      </a:r>
                      <a:r>
                        <a:rPr lang="nl-NL" dirty="0" err="1"/>
                        <a:t>developers</a:t>
                      </a:r>
                      <a:r>
                        <a:rPr lang="nl-NL" dirty="0"/>
                        <a:t> te gebruiken zijn</a:t>
                      </a:r>
                    </a:p>
                  </a:txBody>
                  <a:tcPr/>
                </a:tc>
                <a:tc>
                  <a:txBody>
                    <a:bodyPr/>
                    <a:lstStyle/>
                    <a:p>
                      <a:r>
                        <a:rPr lang="nl-NL" dirty="0"/>
                        <a:t>++</a:t>
                      </a:r>
                    </a:p>
                  </a:txBody>
                  <a:tcPr/>
                </a:tc>
                <a:tc>
                  <a:txBody>
                    <a:bodyPr/>
                    <a:lstStyle/>
                    <a:p>
                      <a:r>
                        <a:rPr lang="nl-NL" dirty="0"/>
                        <a:t>++</a:t>
                      </a:r>
                    </a:p>
                  </a:txBody>
                  <a:tcPr/>
                </a:tc>
                <a:tc>
                  <a:txBody>
                    <a:bodyPr/>
                    <a:lstStyle/>
                    <a:p>
                      <a:r>
                        <a:rPr lang="nl-NL" dirty="0"/>
                        <a:t>+</a:t>
                      </a:r>
                    </a:p>
                  </a:txBody>
                  <a:tcPr/>
                </a:tc>
                <a:extLst>
                  <a:ext uri="{0D108BD9-81ED-4DB2-BD59-A6C34878D82A}">
                    <a16:rowId xmlns:a16="http://schemas.microsoft.com/office/drawing/2014/main" val="1328881799"/>
                  </a:ext>
                </a:extLst>
              </a:tr>
              <a:tr h="370840">
                <a:tc>
                  <a:txBody>
                    <a:bodyPr/>
                    <a:lstStyle/>
                    <a:p>
                      <a:r>
                        <a:rPr lang="nl-NL" dirty="0"/>
                        <a:t>Moet ook geschikt zijn voor gebruik in alle gangbare CAD pakketten</a:t>
                      </a:r>
                    </a:p>
                  </a:txBody>
                  <a:tcPr/>
                </a:tc>
                <a:tc>
                  <a:txBody>
                    <a:bodyPr/>
                    <a:lstStyle/>
                    <a:p>
                      <a:r>
                        <a:rPr lang="nl-NL" dirty="0"/>
                        <a:t>++</a:t>
                      </a:r>
                    </a:p>
                  </a:txBody>
                  <a:tcPr/>
                </a:tc>
                <a:tc>
                  <a:txBody>
                    <a:bodyPr/>
                    <a:lstStyle/>
                    <a:p>
                      <a:r>
                        <a:rPr lang="nl-NL" dirty="0"/>
                        <a:t>++</a:t>
                      </a:r>
                    </a:p>
                  </a:txBody>
                  <a:tcPr/>
                </a:tc>
                <a:tc>
                  <a:txBody>
                    <a:bodyPr/>
                    <a:lstStyle/>
                    <a:p>
                      <a:r>
                        <a:rPr lang="nl-NL" dirty="0"/>
                        <a:t>-</a:t>
                      </a:r>
                    </a:p>
                  </a:txBody>
                  <a:tcPr/>
                </a:tc>
                <a:extLst>
                  <a:ext uri="{0D108BD9-81ED-4DB2-BD59-A6C34878D82A}">
                    <a16:rowId xmlns:a16="http://schemas.microsoft.com/office/drawing/2014/main" val="2788431285"/>
                  </a:ext>
                </a:extLst>
              </a:tr>
            </a:tbl>
          </a:graphicData>
        </a:graphic>
      </p:graphicFrame>
      <p:sp>
        <p:nvSpPr>
          <p:cNvPr id="2" name="TextBox 1">
            <a:extLst>
              <a:ext uri="{FF2B5EF4-FFF2-40B4-BE49-F238E27FC236}">
                <a16:creationId xmlns:a16="http://schemas.microsoft.com/office/drawing/2014/main" id="{757287A0-972D-DD34-5233-4A2835866843}"/>
              </a:ext>
            </a:extLst>
          </p:cNvPr>
          <p:cNvSpPr txBox="1"/>
          <p:nvPr/>
        </p:nvSpPr>
        <p:spPr>
          <a:xfrm>
            <a:off x="533058" y="5847239"/>
            <a:ext cx="10518585" cy="492443"/>
          </a:xfrm>
          <a:prstGeom prst="rect">
            <a:avLst/>
          </a:prstGeom>
          <a:noFill/>
        </p:spPr>
        <p:txBody>
          <a:bodyPr wrap="none" lIns="0" tIns="0" rIns="0" bIns="0" rtlCol="0" anchor="t">
            <a:spAutoFit/>
          </a:bodyPr>
          <a:lstStyle/>
          <a:p>
            <a:pPr algn="l"/>
            <a:r>
              <a:rPr lang="nl-NL" sz="1600" dirty="0">
                <a:solidFill>
                  <a:schemeClr val="tx2"/>
                </a:solidFill>
              </a:rPr>
              <a:t>*) AVRO (een </a:t>
            </a:r>
            <a:r>
              <a:rPr lang="nl-NL" sz="1600" dirty="0" err="1">
                <a:solidFill>
                  <a:schemeClr val="tx2"/>
                </a:solidFill>
              </a:rPr>
              <a:t>framework</a:t>
            </a:r>
            <a:r>
              <a:rPr lang="nl-NL" sz="1600" dirty="0">
                <a:solidFill>
                  <a:schemeClr val="tx2"/>
                </a:solidFill>
              </a:rPr>
              <a:t> dat onder meer schemadefinities voor JSON specificeert) support is nog niet in alle veel </a:t>
            </a:r>
          </a:p>
          <a:p>
            <a:pPr algn="l"/>
            <a:r>
              <a:rPr lang="nl-NL" sz="1600" dirty="0">
                <a:solidFill>
                  <a:schemeClr val="tx2"/>
                </a:solidFill>
              </a:rPr>
              <a:t>gebruikte ontwikkelomgevingen standaard beschikbaar</a:t>
            </a:r>
          </a:p>
        </p:txBody>
      </p:sp>
    </p:spTree>
    <p:extLst>
      <p:ext uri="{BB962C8B-B14F-4D97-AF65-F5344CB8AC3E}">
        <p14:creationId xmlns:p14="http://schemas.microsoft.com/office/powerpoint/2010/main" val="3689880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A53A32D9-5458-B106-869D-B283BCC2A047}"/>
              </a:ext>
            </a:extLst>
          </p:cNvPr>
          <p:cNvSpPr>
            <a:spLocks noGrp="1"/>
          </p:cNvSpPr>
          <p:nvPr>
            <p:ph type="body" orient="vert" idx="1"/>
          </p:nvPr>
        </p:nvSpPr>
        <p:spPr>
          <a:xfrm>
            <a:off x="496713" y="1467111"/>
            <a:ext cx="5249663" cy="917502"/>
          </a:xfrm>
        </p:spPr>
        <p:txBody>
          <a:bodyPr/>
          <a:lstStyle/>
          <a:p>
            <a:r>
              <a:rPr lang="nl-NL" dirty="0"/>
              <a:t>NLCS:</a:t>
            </a:r>
          </a:p>
          <a:p>
            <a:r>
              <a:rPr lang="nl-NL" dirty="0"/>
              <a:t>Status, stelseltype, materiaal en diameter</a:t>
            </a:r>
          </a:p>
          <a:p>
            <a:r>
              <a:rPr lang="nl-NL" dirty="0"/>
              <a:t>In laagnaam. </a:t>
            </a:r>
          </a:p>
        </p:txBody>
      </p:sp>
      <p:sp>
        <p:nvSpPr>
          <p:cNvPr id="3" name="Title 2">
            <a:extLst>
              <a:ext uri="{FF2B5EF4-FFF2-40B4-BE49-F238E27FC236}">
                <a16:creationId xmlns:a16="http://schemas.microsoft.com/office/drawing/2014/main" id="{C35C1616-0C97-356B-EFCB-8CF194E60746}"/>
              </a:ext>
            </a:extLst>
          </p:cNvPr>
          <p:cNvSpPr>
            <a:spLocks noGrp="1"/>
          </p:cNvSpPr>
          <p:nvPr>
            <p:ph type="title"/>
          </p:nvPr>
        </p:nvSpPr>
        <p:spPr/>
        <p:txBody>
          <a:bodyPr/>
          <a:lstStyle/>
          <a:p>
            <a:r>
              <a:rPr lang="nl-NL" dirty="0"/>
              <a:t>NLCS++ nader uitgelegd</a:t>
            </a:r>
          </a:p>
        </p:txBody>
      </p:sp>
      <p:sp>
        <p:nvSpPr>
          <p:cNvPr id="4" name="Text Placeholder 3">
            <a:extLst>
              <a:ext uri="{FF2B5EF4-FFF2-40B4-BE49-F238E27FC236}">
                <a16:creationId xmlns:a16="http://schemas.microsoft.com/office/drawing/2014/main" id="{E99B3D03-E382-FF5D-3067-10EBD86B2449}"/>
              </a:ext>
            </a:extLst>
          </p:cNvPr>
          <p:cNvSpPr>
            <a:spLocks noGrp="1"/>
          </p:cNvSpPr>
          <p:nvPr>
            <p:ph type="body" sz="quarter" idx="14"/>
          </p:nvPr>
        </p:nvSpPr>
        <p:spPr/>
        <p:txBody>
          <a:bodyPr/>
          <a:lstStyle/>
          <a:p>
            <a:r>
              <a:rPr lang="nl-NL" dirty="0"/>
              <a:t>Voorbeeld: riolering</a:t>
            </a:r>
          </a:p>
        </p:txBody>
      </p:sp>
      <p:sp>
        <p:nvSpPr>
          <p:cNvPr id="5" name="Slide Number Placeholder 4">
            <a:extLst>
              <a:ext uri="{FF2B5EF4-FFF2-40B4-BE49-F238E27FC236}">
                <a16:creationId xmlns:a16="http://schemas.microsoft.com/office/drawing/2014/main" id="{F7E46462-40B7-9615-21CA-9EC61DABDEC5}"/>
              </a:ext>
            </a:extLst>
          </p:cNvPr>
          <p:cNvSpPr>
            <a:spLocks noGrp="1"/>
          </p:cNvSpPr>
          <p:nvPr>
            <p:ph type="sldNum" sz="quarter" idx="12"/>
          </p:nvPr>
        </p:nvSpPr>
        <p:spPr/>
        <p:txBody>
          <a:bodyPr/>
          <a:lstStyle/>
          <a:p>
            <a:fld id="{55B2A88A-B7BD-41B1-9FCB-9BE633251ACA}" type="slidenum">
              <a:rPr lang="nl-NL" noProof="0" smtClean="0"/>
              <a:t>54</a:t>
            </a:fld>
            <a:endParaRPr lang="nl-NL" noProof="0"/>
          </a:p>
        </p:txBody>
      </p:sp>
      <p:pic>
        <p:nvPicPr>
          <p:cNvPr id="6" name="Picture 5" descr="A screenshot of a computer&#10;&#10;Description automatically generated with medium confidence">
            <a:extLst>
              <a:ext uri="{FF2B5EF4-FFF2-40B4-BE49-F238E27FC236}">
                <a16:creationId xmlns:a16="http://schemas.microsoft.com/office/drawing/2014/main" id="{6C54F488-74FE-A7A1-8D1A-4DD4C9D7D676}"/>
              </a:ext>
            </a:extLst>
          </p:cNvPr>
          <p:cNvPicPr>
            <a:picLocks noChangeAspect="1"/>
          </p:cNvPicPr>
          <p:nvPr/>
        </p:nvPicPr>
        <p:blipFill rotWithShape="1">
          <a:blip r:embed="rId2">
            <a:extLst>
              <a:ext uri="{28A0092B-C50C-407E-A947-70E740481C1C}">
                <a14:useLocalDpi xmlns:a14="http://schemas.microsoft.com/office/drawing/2010/main" val="0"/>
              </a:ext>
            </a:extLst>
          </a:blip>
          <a:srcRect l="40782" t="23617" b="21804"/>
          <a:stretch/>
        </p:blipFill>
        <p:spPr>
          <a:xfrm>
            <a:off x="5662259" y="3496236"/>
            <a:ext cx="6529741" cy="3385210"/>
          </a:xfrm>
          <a:prstGeom prst="rect">
            <a:avLst/>
          </a:prstGeom>
        </p:spPr>
      </p:pic>
      <p:pic>
        <p:nvPicPr>
          <p:cNvPr id="8" name="Picture 7">
            <a:extLst>
              <a:ext uri="{FF2B5EF4-FFF2-40B4-BE49-F238E27FC236}">
                <a16:creationId xmlns:a16="http://schemas.microsoft.com/office/drawing/2014/main" id="{50805195-721B-6698-7AE4-4132EC4A4705}"/>
              </a:ext>
            </a:extLst>
          </p:cNvPr>
          <p:cNvPicPr>
            <a:picLocks noChangeAspect="1"/>
          </p:cNvPicPr>
          <p:nvPr/>
        </p:nvPicPr>
        <p:blipFill rotWithShape="1">
          <a:blip r:embed="rId3"/>
          <a:srcRect t="20001" r="56998" b="12679"/>
          <a:stretch/>
        </p:blipFill>
        <p:spPr>
          <a:xfrm>
            <a:off x="627529" y="2507112"/>
            <a:ext cx="4491318" cy="4301582"/>
          </a:xfrm>
          <a:prstGeom prst="rect">
            <a:avLst/>
          </a:prstGeom>
        </p:spPr>
      </p:pic>
      <p:sp>
        <p:nvSpPr>
          <p:cNvPr id="9" name="Vertical Text Placeholder 1">
            <a:extLst>
              <a:ext uri="{FF2B5EF4-FFF2-40B4-BE49-F238E27FC236}">
                <a16:creationId xmlns:a16="http://schemas.microsoft.com/office/drawing/2014/main" id="{BAA7C290-07BE-B459-9FAD-4CC35ADC5FD5}"/>
              </a:ext>
            </a:extLst>
          </p:cNvPr>
          <p:cNvSpPr txBox="1">
            <a:spLocks/>
          </p:cNvSpPr>
          <p:nvPr/>
        </p:nvSpPr>
        <p:spPr>
          <a:xfrm>
            <a:off x="7013700" y="1467111"/>
            <a:ext cx="5249663" cy="917502"/>
          </a:xfrm>
          <a:prstGeom prst="rect">
            <a:avLst/>
          </a:prstGeom>
        </p:spPr>
        <p:txBody>
          <a:bodyPr vert="horz" lIns="0" tIns="0" rIns="0" bIns="0" rtlCol="0">
            <a:noAutofit/>
          </a:bodyPr>
          <a:lstStyle>
            <a:lvl1pPr marL="0" indent="0" algn="l" defTabSz="914288" rtl="0" eaLnBrk="1" latinLnBrk="0" hangingPunct="1">
              <a:lnSpc>
                <a:spcPct val="120000"/>
              </a:lnSpc>
              <a:spcBef>
                <a:spcPts val="0"/>
              </a:spcBef>
              <a:spcAft>
                <a:spcPts val="0"/>
              </a:spcAft>
              <a:buClr>
                <a:schemeClr val="accent1"/>
              </a:buClr>
              <a:buFontTx/>
              <a:buNone/>
              <a:defRPr sz="1800" b="1" kern="1200">
                <a:solidFill>
                  <a:schemeClr val="tx2"/>
                </a:solidFill>
                <a:latin typeface="+mn-lt"/>
                <a:ea typeface="+mn-ea"/>
                <a:cs typeface="Calibri Light" panose="020F0302020204030204" pitchFamily="34" charset="0"/>
              </a:defRPr>
            </a:lvl1pPr>
            <a:lvl2pPr marL="0" indent="0" algn="l" defTabSz="914288" rtl="0" eaLnBrk="1" latinLnBrk="0" hangingPunct="1">
              <a:lnSpc>
                <a:spcPct val="120000"/>
              </a:lnSpc>
              <a:spcBef>
                <a:spcPts val="0"/>
              </a:spcBef>
              <a:spcAft>
                <a:spcPts val="1200"/>
              </a:spcAft>
              <a:buClr>
                <a:schemeClr val="accent2"/>
              </a:buClr>
              <a:buFontTx/>
              <a:buNone/>
              <a:defRPr sz="1600" kern="1200">
                <a:solidFill>
                  <a:schemeClr val="tx1">
                    <a:lumMod val="75000"/>
                    <a:lumOff val="25000"/>
                  </a:schemeClr>
                </a:solidFill>
                <a:latin typeface="+mn-lt"/>
                <a:ea typeface="+mn-ea"/>
                <a:cs typeface="Calibri Light" panose="020F0302020204030204" pitchFamily="34" charset="0"/>
              </a:defRPr>
            </a:lvl2pPr>
            <a:lvl3pPr marL="180952"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3pPr>
            <a:lvl4pPr marL="361906" indent="-180952" algn="l" defTabSz="914288" rtl="0" eaLnBrk="1" latinLnBrk="0" hangingPunct="1">
              <a:lnSpc>
                <a:spcPct val="120000"/>
              </a:lnSpc>
              <a:spcBef>
                <a:spcPts val="0"/>
              </a:spcBef>
              <a:spcAft>
                <a:spcPts val="1200"/>
              </a:spcAft>
              <a:buClr>
                <a:schemeClr val="tx2"/>
              </a:buClr>
              <a:buFont typeface="Arial" panose="020B0604020202020204" pitchFamily="34" charset="0"/>
              <a:buChar char="•"/>
              <a:defRPr sz="1600" kern="1200">
                <a:solidFill>
                  <a:schemeClr val="tx1">
                    <a:lumMod val="75000"/>
                    <a:lumOff val="25000"/>
                  </a:schemeClr>
                </a:solidFill>
                <a:latin typeface="+mn-lt"/>
                <a:ea typeface="+mn-ea"/>
                <a:cs typeface="Calibri Light" panose="020F0302020204030204" pitchFamily="34" charset="0"/>
              </a:defRPr>
            </a:lvl4pPr>
            <a:lvl5pPr marL="180952" indent="-180952" algn="l" defTabSz="914288" rtl="0" eaLnBrk="1" latinLnBrk="0" hangingPunct="1">
              <a:lnSpc>
                <a:spcPct val="120000"/>
              </a:lnSpc>
              <a:spcBef>
                <a:spcPts val="0"/>
              </a:spcBef>
              <a:spcAft>
                <a:spcPts val="1200"/>
              </a:spcAft>
              <a:buClr>
                <a:schemeClr val="tx2"/>
              </a:buClr>
              <a:buFont typeface="+mj-lt"/>
              <a:buAutoNum type="arabicPeriod"/>
              <a:defRPr sz="1600" b="0" kern="1200">
                <a:solidFill>
                  <a:schemeClr val="tx1">
                    <a:lumMod val="75000"/>
                    <a:lumOff val="25000"/>
                  </a:schemeClr>
                </a:solidFill>
                <a:latin typeface="+mj-lt"/>
                <a:ea typeface="+mn-ea"/>
                <a:cs typeface="Calibri Light" panose="020F0302020204030204" pitchFamily="34" charset="0"/>
              </a:defRPr>
            </a:lvl5pPr>
            <a:lvl6pPr marL="361906" indent="-180952" algn="l" defTabSz="914288" rtl="0" eaLnBrk="1" latinLnBrk="0" hangingPunct="1">
              <a:lnSpc>
                <a:spcPct val="120000"/>
              </a:lnSpc>
              <a:spcBef>
                <a:spcPts val="0"/>
              </a:spcBef>
              <a:spcAft>
                <a:spcPts val="1200"/>
              </a:spcAft>
              <a:buClr>
                <a:schemeClr val="accent1"/>
              </a:buClr>
              <a:buFont typeface="Arial" panose="020B0604020202020204" pitchFamily="34" charset="0"/>
              <a:buChar char="•"/>
              <a:defRPr sz="1399" kern="1200" baseline="0">
                <a:solidFill>
                  <a:schemeClr val="tx1">
                    <a:lumMod val="75000"/>
                    <a:lumOff val="25000"/>
                  </a:schemeClr>
                </a:solidFill>
                <a:latin typeface="+mj-lt"/>
                <a:ea typeface="+mn-ea"/>
                <a:cs typeface="Calibri Light" panose="020F0302020204030204" pitchFamily="34" charset="0"/>
              </a:defRPr>
            </a:lvl6pPr>
            <a:lvl7pPr marL="0" indent="0" algn="l" defTabSz="914288" rtl="0" eaLnBrk="1" latinLnBrk="0" hangingPunct="1">
              <a:lnSpc>
                <a:spcPct val="120000"/>
              </a:lnSpc>
              <a:spcBef>
                <a:spcPts val="0"/>
              </a:spcBef>
              <a:spcAft>
                <a:spcPts val="1200"/>
              </a:spcAft>
              <a:buClr>
                <a:schemeClr val="accent2"/>
              </a:buClr>
              <a:buFontTx/>
              <a:buNone/>
              <a:defRPr sz="1600" kern="1200">
                <a:solidFill>
                  <a:schemeClr val="tx2"/>
                </a:solidFill>
                <a:latin typeface="+mj-lt"/>
                <a:ea typeface="+mn-ea"/>
                <a:cs typeface="Calibri Light" panose="020F0302020204030204" pitchFamily="34" charset="0"/>
              </a:defRPr>
            </a:lvl7pPr>
            <a:lvl8pPr marL="541271" indent="-360319" algn="l" defTabSz="914288" rtl="0" eaLnBrk="1" latinLnBrk="0" hangingPunct="1">
              <a:lnSpc>
                <a:spcPct val="120000"/>
              </a:lnSpc>
              <a:spcBef>
                <a:spcPts val="0"/>
              </a:spcBef>
              <a:spcAft>
                <a:spcPts val="1200"/>
              </a:spcAft>
              <a:buClr>
                <a:schemeClr val="bg2"/>
              </a:buClr>
              <a:buFont typeface="Wingdings" panose="05000000000000000000" pitchFamily="2" charset="2"/>
              <a:buChar char="à"/>
              <a:defRPr sz="1399" kern="1200">
                <a:solidFill>
                  <a:schemeClr val="tx1">
                    <a:lumMod val="75000"/>
                    <a:lumOff val="25000"/>
                  </a:schemeClr>
                </a:solidFill>
                <a:latin typeface="+mn-lt"/>
                <a:ea typeface="+mn-ea"/>
                <a:cs typeface="Calibri Light" panose="020F0302020204030204" pitchFamily="34" charset="0"/>
              </a:defRPr>
            </a:lvl8pPr>
            <a:lvl9pPr marL="0" indent="0" algn="l" defTabSz="914288" rtl="0" eaLnBrk="1" latinLnBrk="0" hangingPunct="1">
              <a:lnSpc>
                <a:spcPct val="120000"/>
              </a:lnSpc>
              <a:spcBef>
                <a:spcPts val="0"/>
              </a:spcBef>
              <a:spcAft>
                <a:spcPts val="0"/>
              </a:spcAft>
              <a:buFont typeface="Arial" panose="020B0604020202020204" pitchFamily="34" charset="0"/>
              <a:buNone/>
              <a:defRPr sz="2800" kern="1200">
                <a:solidFill>
                  <a:schemeClr val="tx2"/>
                </a:solidFill>
                <a:latin typeface="+mj-lt"/>
                <a:ea typeface="+mn-ea"/>
                <a:cs typeface="Calibri Light" panose="020F0302020204030204" pitchFamily="34" charset="0"/>
              </a:defRPr>
            </a:lvl9pPr>
          </a:lstStyle>
          <a:p>
            <a:r>
              <a:rPr lang="nl-NL" dirty="0"/>
              <a:t>NLCS++:</a:t>
            </a:r>
          </a:p>
          <a:p>
            <a:r>
              <a:rPr lang="nl-NL" dirty="0"/>
              <a:t>Alle attribuutinformatie </a:t>
            </a:r>
            <a:r>
              <a:rPr lang="nl-NL" dirty="0" err="1"/>
              <a:t>incl</a:t>
            </a:r>
            <a:r>
              <a:rPr lang="nl-NL" dirty="0"/>
              <a:t> keuzelijsten beschikbaar -&gt; geen informatieverlies</a:t>
            </a:r>
          </a:p>
        </p:txBody>
      </p:sp>
    </p:spTree>
    <p:extLst>
      <p:ext uri="{BB962C8B-B14F-4D97-AF65-F5344CB8AC3E}">
        <p14:creationId xmlns:p14="http://schemas.microsoft.com/office/powerpoint/2010/main" val="1420217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82AF7C78-C212-0E71-2420-B8C9B85AAD64}"/>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NLCS++ is de benaming voor de aanvulling op NLCS die attribuutinformatie toevoegt aan de objecten die in de NLCS tekening worden vastgelegd.</a:t>
            </a:r>
          </a:p>
          <a:p>
            <a:pPr marL="285750" indent="-285750">
              <a:buFont typeface="Arial" panose="020B0604020202020204" pitchFamily="34" charset="0"/>
              <a:buChar char="•"/>
            </a:pPr>
            <a:r>
              <a:rPr lang="nl-NL" dirty="0"/>
              <a:t>Hiermee groeit NLCS uit tot een standaard die geschikt is om objecten zonder informatieverlies uit te wisselen, hetgeen de levensduur van NLCS sterk verlengt!</a:t>
            </a:r>
          </a:p>
          <a:p>
            <a:pPr marL="285750" indent="-285750">
              <a:buFont typeface="Arial" panose="020B0604020202020204" pitchFamily="34" charset="0"/>
              <a:buChar char="•"/>
            </a:pPr>
            <a:r>
              <a:rPr lang="nl-NL" dirty="0"/>
              <a:t>XML Attribuutinformatie maakt het mogelijk om de laagbenaming van NLCS bestanden overzichtelijk te houden omdat niet meer alle belangrijke attributen in de laagnaam vastgelegd hoeven te worden.</a:t>
            </a:r>
          </a:p>
          <a:p>
            <a:pPr marL="285750" indent="-285750">
              <a:buFont typeface="Arial" panose="020B0604020202020204" pitchFamily="34" charset="0"/>
              <a:buChar char="•"/>
            </a:pPr>
            <a:r>
              <a:rPr lang="nl-NL" dirty="0"/>
              <a:t>XML is CAD-formaat onafhankelijk. Alternatieven zoals AutoCAD </a:t>
            </a:r>
            <a:r>
              <a:rPr lang="nl-NL" dirty="0" err="1"/>
              <a:t>Xdata</a:t>
            </a:r>
            <a:r>
              <a:rPr lang="nl-NL" dirty="0"/>
              <a:t> zijn daarom niet gekozen omdat die CAD-formaat specifiek zijn.</a:t>
            </a:r>
          </a:p>
          <a:p>
            <a:pPr marL="285750" indent="-285750">
              <a:buFont typeface="Arial" panose="020B0604020202020204" pitchFamily="34" charset="0"/>
              <a:buChar char="•"/>
            </a:pPr>
            <a:r>
              <a:rPr lang="nl-NL" dirty="0"/>
              <a:t>NLCS++ is ontstaan vanuit de behoefte van netbeheerders </a:t>
            </a:r>
            <a:br>
              <a:rPr lang="nl-NL" dirty="0"/>
            </a:br>
            <a:r>
              <a:rPr lang="nl-NL" dirty="0"/>
              <a:t>om alle eigenschappen van assets te kunnen uitwisselen</a:t>
            </a:r>
            <a:br>
              <a:rPr lang="nl-NL" dirty="0"/>
            </a:br>
            <a:r>
              <a:rPr lang="nl-NL" dirty="0"/>
              <a:t>maar komt ook andere gebruikersgroepen ten goede</a:t>
            </a:r>
            <a:br>
              <a:rPr lang="nl-NL" dirty="0"/>
            </a:br>
            <a:r>
              <a:rPr lang="nl-NL" dirty="0"/>
              <a:t>zoals overheden die IMBOR gebruiken.</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a:p>
            <a:pPr marL="285750" lvl="1" indent="-285750"/>
            <a:endParaRPr lang="nl-NL" dirty="0"/>
          </a:p>
        </p:txBody>
      </p:sp>
      <p:sp>
        <p:nvSpPr>
          <p:cNvPr id="3" name="Title 2">
            <a:extLst>
              <a:ext uri="{FF2B5EF4-FFF2-40B4-BE49-F238E27FC236}">
                <a16:creationId xmlns:a16="http://schemas.microsoft.com/office/drawing/2014/main" id="{F1802B01-47F7-FFEC-1AB0-2B671855ED92}"/>
              </a:ext>
            </a:extLst>
          </p:cNvPr>
          <p:cNvSpPr>
            <a:spLocks noGrp="1"/>
          </p:cNvSpPr>
          <p:nvPr>
            <p:ph type="title"/>
          </p:nvPr>
        </p:nvSpPr>
        <p:spPr/>
        <p:txBody>
          <a:bodyPr/>
          <a:lstStyle/>
          <a:p>
            <a:r>
              <a:rPr lang="nl-NL" dirty="0"/>
              <a:t>NLCS++ nader uitgelegd</a:t>
            </a:r>
          </a:p>
        </p:txBody>
      </p:sp>
      <p:sp>
        <p:nvSpPr>
          <p:cNvPr id="4" name="Text Placeholder 3">
            <a:extLst>
              <a:ext uri="{FF2B5EF4-FFF2-40B4-BE49-F238E27FC236}">
                <a16:creationId xmlns:a16="http://schemas.microsoft.com/office/drawing/2014/main" id="{D7717E31-B16A-1F25-CD01-637BB85ACF00}"/>
              </a:ext>
            </a:extLst>
          </p:cNvPr>
          <p:cNvSpPr>
            <a:spLocks noGrp="1"/>
          </p:cNvSpPr>
          <p:nvPr>
            <p:ph type="body" sz="quarter" idx="14"/>
          </p:nvPr>
        </p:nvSpPr>
        <p:spPr/>
        <p:txBody>
          <a:bodyPr/>
          <a:lstStyle/>
          <a:p>
            <a:r>
              <a:rPr lang="nl-NL" dirty="0"/>
              <a:t>Wat is de ++ in NLCS++?</a:t>
            </a:r>
          </a:p>
        </p:txBody>
      </p:sp>
      <p:sp>
        <p:nvSpPr>
          <p:cNvPr id="5" name="Slide Number Placeholder 4">
            <a:extLst>
              <a:ext uri="{FF2B5EF4-FFF2-40B4-BE49-F238E27FC236}">
                <a16:creationId xmlns:a16="http://schemas.microsoft.com/office/drawing/2014/main" id="{0DAC5B78-5D46-F42C-2471-B755506C9E90}"/>
              </a:ext>
            </a:extLst>
          </p:cNvPr>
          <p:cNvSpPr>
            <a:spLocks noGrp="1"/>
          </p:cNvSpPr>
          <p:nvPr>
            <p:ph type="sldNum" sz="quarter" idx="12"/>
          </p:nvPr>
        </p:nvSpPr>
        <p:spPr/>
        <p:txBody>
          <a:bodyPr/>
          <a:lstStyle/>
          <a:p>
            <a:fld id="{55B2A88A-B7BD-41B1-9FCB-9BE633251ACA}" type="slidenum">
              <a:rPr lang="nl-NL" noProof="0" smtClean="0"/>
              <a:t>55</a:t>
            </a:fld>
            <a:endParaRPr lang="nl-NL" noProof="0"/>
          </a:p>
        </p:txBody>
      </p:sp>
      <p:pic>
        <p:nvPicPr>
          <p:cNvPr id="6" name="Picture 5" descr="A screenshot of a computer&#10;&#10;Description automatically generated with medium confidence">
            <a:extLst>
              <a:ext uri="{FF2B5EF4-FFF2-40B4-BE49-F238E27FC236}">
                <a16:creationId xmlns:a16="http://schemas.microsoft.com/office/drawing/2014/main" id="{9623A8C3-BFC3-1006-50AC-5C259323EBA9}"/>
              </a:ext>
            </a:extLst>
          </p:cNvPr>
          <p:cNvPicPr>
            <a:picLocks noChangeAspect="1"/>
          </p:cNvPicPr>
          <p:nvPr/>
        </p:nvPicPr>
        <p:blipFill rotWithShape="1">
          <a:blip r:embed="rId3">
            <a:extLst>
              <a:ext uri="{28A0092B-C50C-407E-A947-70E740481C1C}">
                <a14:useLocalDpi xmlns:a14="http://schemas.microsoft.com/office/drawing/2010/main" val="0"/>
              </a:ext>
            </a:extLst>
          </a:blip>
          <a:srcRect l="40782" t="23617" b="21804"/>
          <a:stretch/>
        </p:blipFill>
        <p:spPr>
          <a:xfrm>
            <a:off x="7013700" y="4196862"/>
            <a:ext cx="5178300" cy="2684583"/>
          </a:xfrm>
          <a:prstGeom prst="rect">
            <a:avLst/>
          </a:prstGeom>
        </p:spPr>
      </p:pic>
    </p:spTree>
    <p:extLst>
      <p:ext uri="{BB962C8B-B14F-4D97-AF65-F5344CB8AC3E}">
        <p14:creationId xmlns:p14="http://schemas.microsoft.com/office/powerpoint/2010/main" val="1515612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82AF7C78-C212-0E71-2420-B8C9B85AAD64}"/>
              </a:ext>
            </a:extLst>
          </p:cNvPr>
          <p:cNvSpPr>
            <a:spLocks noGrp="1"/>
          </p:cNvSpPr>
          <p:nvPr>
            <p:ph type="body" orient="vert" idx="1"/>
          </p:nvPr>
        </p:nvSpPr>
        <p:spPr/>
        <p:txBody>
          <a:bodyPr/>
          <a:lstStyle/>
          <a:p>
            <a:pPr marL="285750" lvl="2" indent="-285750">
              <a:spcAft>
                <a:spcPts val="0"/>
              </a:spcAft>
            </a:pPr>
            <a:r>
              <a:rPr lang="nl-NL" sz="1800" b="1" dirty="0">
                <a:solidFill>
                  <a:schemeClr val="tx2"/>
                </a:solidFill>
              </a:rPr>
              <a:t>De keuze of XML attribuutdata wordt toegepast, wordt gemaakt door de partijen die informatie willen uitwisselen. Het gebruik van XML is dus optioneel. Partijen maken onderling afspraken over gebruik en invulling. NLCS++ dwingt niet af dat bijvoorbeeld een ontwerptekening attribuutinformatie bevat</a:t>
            </a:r>
          </a:p>
          <a:p>
            <a:pPr marL="285750" lvl="2" indent="-285750">
              <a:spcAft>
                <a:spcPts val="0"/>
              </a:spcAft>
            </a:pPr>
            <a:r>
              <a:rPr lang="nl-NL" sz="1800" b="1" dirty="0">
                <a:solidFill>
                  <a:schemeClr val="tx2"/>
                </a:solidFill>
              </a:rPr>
              <a:t>Een vooraf overeengekomen XSD beschrijft de attributen en achterliggende keuzelijsten</a:t>
            </a:r>
          </a:p>
          <a:p>
            <a:pPr marL="285750" lvl="2" indent="-285750">
              <a:spcAft>
                <a:spcPts val="0"/>
              </a:spcAft>
            </a:pPr>
            <a:r>
              <a:rPr lang="nl-NL" sz="1800" b="1" dirty="0">
                <a:solidFill>
                  <a:schemeClr val="tx2"/>
                </a:solidFill>
              </a:rPr>
              <a:t>Die XSD kan door samenwerkende partijen zelf worden samengesteld. Uiteraard heeft het ontstaan en gebruik van branchegerichte standaard </a:t>
            </a:r>
            <a:r>
              <a:rPr lang="nl-NL" sz="1800" b="1" dirty="0" err="1">
                <a:solidFill>
                  <a:schemeClr val="tx2"/>
                </a:solidFill>
              </a:rPr>
              <a:t>XSD's</a:t>
            </a:r>
            <a:r>
              <a:rPr lang="nl-NL" sz="1800" b="1" dirty="0">
                <a:solidFill>
                  <a:schemeClr val="tx2"/>
                </a:solidFill>
              </a:rPr>
              <a:t> de voorkeur</a:t>
            </a:r>
          </a:p>
          <a:p>
            <a:pPr marL="285750" lvl="2" indent="-285750">
              <a:spcAft>
                <a:spcPts val="0"/>
              </a:spcAft>
            </a:pPr>
            <a:r>
              <a:rPr lang="nl-NL" sz="1800" b="1" dirty="0">
                <a:solidFill>
                  <a:schemeClr val="tx2"/>
                </a:solidFill>
              </a:rPr>
              <a:t>Het ligt voor de hand om branchegerichte </a:t>
            </a:r>
            <a:r>
              <a:rPr lang="nl-NL" sz="1800" b="1" dirty="0" err="1">
                <a:solidFill>
                  <a:schemeClr val="tx2"/>
                </a:solidFill>
              </a:rPr>
              <a:t>XSD's</a:t>
            </a:r>
            <a:r>
              <a:rPr lang="nl-NL" sz="1800" b="1" dirty="0">
                <a:solidFill>
                  <a:schemeClr val="tx2"/>
                </a:solidFill>
              </a:rPr>
              <a:t> te ontwikkelen die gebaseerd zijn op geaccepteerde standaarden zoals:</a:t>
            </a:r>
          </a:p>
          <a:p>
            <a:pPr marL="466704" lvl="3" indent="-285750">
              <a:spcAft>
                <a:spcPts val="0"/>
              </a:spcAft>
            </a:pPr>
            <a:r>
              <a:rPr lang="nl-NL" sz="1800" b="1" dirty="0">
                <a:solidFill>
                  <a:schemeClr val="tx2"/>
                </a:solidFill>
              </a:rPr>
              <a:t>IM-BOR voor gemeentelijke beheerobjecten </a:t>
            </a:r>
          </a:p>
          <a:p>
            <a:pPr marL="466704" lvl="3" indent="-285750">
              <a:spcAft>
                <a:spcPts val="0"/>
              </a:spcAft>
            </a:pPr>
            <a:r>
              <a:rPr lang="nl-NL" sz="1800" b="1" dirty="0">
                <a:solidFill>
                  <a:schemeClr val="tx2"/>
                </a:solidFill>
              </a:rPr>
              <a:t>GWSW voor riolering</a:t>
            </a:r>
          </a:p>
          <a:p>
            <a:pPr marL="466704" lvl="3" indent="-285750">
              <a:spcAft>
                <a:spcPts val="0"/>
              </a:spcAft>
            </a:pPr>
            <a:r>
              <a:rPr lang="nl-NL" sz="1800" b="1" dirty="0">
                <a:solidFill>
                  <a:schemeClr val="tx2"/>
                </a:solidFill>
              </a:rPr>
              <a:t>IMKL voor ondergrondse infrastructuur</a:t>
            </a:r>
          </a:p>
          <a:p>
            <a:pPr marL="285750" lvl="2" indent="-285750">
              <a:spcAft>
                <a:spcPts val="0"/>
              </a:spcAft>
            </a:pPr>
            <a:r>
              <a:rPr lang="nl-NL" sz="1800" b="1" dirty="0">
                <a:solidFill>
                  <a:schemeClr val="tx2"/>
                </a:solidFill>
              </a:rPr>
              <a:t>In de XSD zijn naam en versienummer vastgelegd. Op de XSD is dus versiebeheer van toepassing.</a:t>
            </a:r>
          </a:p>
          <a:p>
            <a:pPr marL="285750" lvl="2" indent="-285750">
              <a:spcAft>
                <a:spcPts val="0"/>
              </a:spcAft>
            </a:pPr>
            <a:r>
              <a:rPr lang="nl-NL" sz="1800" b="1" dirty="0">
                <a:solidFill>
                  <a:schemeClr val="tx2"/>
                </a:solidFill>
              </a:rPr>
              <a:t>Elke asset in de tekening heeft één record in het </a:t>
            </a:r>
            <a:r>
              <a:rPr lang="nl-NL" sz="1800" b="1" dirty="0" err="1">
                <a:solidFill>
                  <a:schemeClr val="tx2"/>
                </a:solidFill>
              </a:rPr>
              <a:t>XML-bestand</a:t>
            </a:r>
            <a:r>
              <a:rPr lang="nl-NL" sz="1800" b="1" dirty="0">
                <a:solidFill>
                  <a:schemeClr val="tx2"/>
                </a:solidFill>
              </a:rPr>
              <a:t> met daarin de attribuutinformatie. </a:t>
            </a:r>
          </a:p>
          <a:p>
            <a:pPr marL="285750" lvl="2" indent="-285750">
              <a:spcAft>
                <a:spcPts val="0"/>
              </a:spcAft>
            </a:pPr>
            <a:r>
              <a:rPr lang="nl-NL" sz="1800" b="1" dirty="0">
                <a:solidFill>
                  <a:schemeClr val="tx2"/>
                </a:solidFill>
              </a:rPr>
              <a:t>Keuzelijsten kunnen verschillen per opdrachtgever. </a:t>
            </a:r>
          </a:p>
          <a:p>
            <a:pPr marL="285750" lvl="2" indent="-285750">
              <a:spcAft>
                <a:spcPts val="0"/>
              </a:spcAft>
            </a:pPr>
            <a:r>
              <a:rPr lang="nl-NL" sz="1800" b="1" dirty="0">
                <a:solidFill>
                  <a:schemeClr val="tx2"/>
                </a:solidFill>
              </a:rPr>
              <a:t>De structuur is eenvoudig (één record per object) zodat ondersteuning in tools snel kan worden gerealiseerd</a:t>
            </a:r>
          </a:p>
        </p:txBody>
      </p:sp>
      <p:sp>
        <p:nvSpPr>
          <p:cNvPr id="3" name="Title 2">
            <a:extLst>
              <a:ext uri="{FF2B5EF4-FFF2-40B4-BE49-F238E27FC236}">
                <a16:creationId xmlns:a16="http://schemas.microsoft.com/office/drawing/2014/main" id="{F1802B01-47F7-FFEC-1AB0-2B671855ED92}"/>
              </a:ext>
            </a:extLst>
          </p:cNvPr>
          <p:cNvSpPr>
            <a:spLocks noGrp="1"/>
          </p:cNvSpPr>
          <p:nvPr>
            <p:ph type="title"/>
          </p:nvPr>
        </p:nvSpPr>
        <p:spPr/>
        <p:txBody>
          <a:bodyPr/>
          <a:lstStyle/>
          <a:p>
            <a:r>
              <a:rPr lang="nl-NL" dirty="0"/>
              <a:t>NLCS++ nader uitgelegd</a:t>
            </a:r>
          </a:p>
        </p:txBody>
      </p:sp>
      <p:sp>
        <p:nvSpPr>
          <p:cNvPr id="4" name="Text Placeholder 3">
            <a:extLst>
              <a:ext uri="{FF2B5EF4-FFF2-40B4-BE49-F238E27FC236}">
                <a16:creationId xmlns:a16="http://schemas.microsoft.com/office/drawing/2014/main" id="{D7717E31-B16A-1F25-CD01-637BB85ACF00}"/>
              </a:ext>
            </a:extLst>
          </p:cNvPr>
          <p:cNvSpPr>
            <a:spLocks noGrp="1"/>
          </p:cNvSpPr>
          <p:nvPr>
            <p:ph type="body" sz="quarter" idx="14"/>
          </p:nvPr>
        </p:nvSpPr>
        <p:spPr/>
        <p:txBody>
          <a:bodyPr/>
          <a:lstStyle/>
          <a:p>
            <a:r>
              <a:rPr lang="nl-NL" dirty="0"/>
              <a:t>Uitgangspunten</a:t>
            </a:r>
          </a:p>
        </p:txBody>
      </p:sp>
      <p:sp>
        <p:nvSpPr>
          <p:cNvPr id="5" name="Slide Number Placeholder 4">
            <a:extLst>
              <a:ext uri="{FF2B5EF4-FFF2-40B4-BE49-F238E27FC236}">
                <a16:creationId xmlns:a16="http://schemas.microsoft.com/office/drawing/2014/main" id="{0DAC5B78-5D46-F42C-2471-B755506C9E90}"/>
              </a:ext>
            </a:extLst>
          </p:cNvPr>
          <p:cNvSpPr>
            <a:spLocks noGrp="1"/>
          </p:cNvSpPr>
          <p:nvPr>
            <p:ph type="sldNum" sz="quarter" idx="12"/>
          </p:nvPr>
        </p:nvSpPr>
        <p:spPr/>
        <p:txBody>
          <a:bodyPr/>
          <a:lstStyle/>
          <a:p>
            <a:fld id="{55B2A88A-B7BD-41B1-9FCB-9BE633251ACA}" type="slidenum">
              <a:rPr lang="nl-NL" noProof="0" smtClean="0"/>
              <a:t>56</a:t>
            </a:fld>
            <a:endParaRPr lang="nl-NL" noProof="0"/>
          </a:p>
        </p:txBody>
      </p:sp>
    </p:spTree>
    <p:extLst>
      <p:ext uri="{BB962C8B-B14F-4D97-AF65-F5344CB8AC3E}">
        <p14:creationId xmlns:p14="http://schemas.microsoft.com/office/powerpoint/2010/main" val="6262193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9C507AC5-7BEA-0C02-CD80-C44672E3C845}"/>
              </a:ext>
            </a:extLst>
          </p:cNvPr>
          <p:cNvSpPr>
            <a:spLocks noGrp="1"/>
          </p:cNvSpPr>
          <p:nvPr>
            <p:ph type="body" orient="vert" idx="1"/>
          </p:nvPr>
        </p:nvSpPr>
        <p:spPr>
          <a:xfrm>
            <a:off x="496713" y="1467110"/>
            <a:ext cx="7233461" cy="4314379"/>
          </a:xfrm>
        </p:spPr>
        <p:txBody>
          <a:bodyPr/>
          <a:lstStyle/>
          <a:p>
            <a:pPr marL="285750" indent="-285750">
              <a:buFont typeface="Arial" panose="020B0604020202020204" pitchFamily="34" charset="0"/>
              <a:buChar char="•"/>
            </a:pPr>
            <a:r>
              <a:rPr lang="nl-NL" sz="1800" b="1" dirty="0">
                <a:solidFill>
                  <a:schemeClr val="tx2"/>
                </a:solidFill>
              </a:rPr>
              <a:t>Het </a:t>
            </a:r>
            <a:r>
              <a:rPr lang="nl-NL" sz="1800" b="1" dirty="0" err="1">
                <a:solidFill>
                  <a:schemeClr val="tx2"/>
                </a:solidFill>
              </a:rPr>
              <a:t>XML-bestand</a:t>
            </a:r>
            <a:r>
              <a:rPr lang="nl-NL" sz="1800" b="1" dirty="0">
                <a:solidFill>
                  <a:schemeClr val="tx2"/>
                </a:solidFill>
              </a:rPr>
              <a:t> heeft dezelfde naam als het NLCS CAD bestand (maar een andere extensie: .</a:t>
            </a:r>
            <a:r>
              <a:rPr lang="nl-NL" sz="1800" b="1" dirty="0" err="1">
                <a:solidFill>
                  <a:schemeClr val="tx2"/>
                </a:solidFill>
              </a:rPr>
              <a:t>xml</a:t>
            </a:r>
            <a:r>
              <a:rPr lang="nl-NL" sz="1800" b="1" dirty="0">
                <a:solidFill>
                  <a:schemeClr val="tx2"/>
                </a:solidFill>
              </a:rPr>
              <a:t>)</a:t>
            </a:r>
          </a:p>
          <a:p>
            <a:pPr marL="285750" indent="-285750">
              <a:buFont typeface="Arial" panose="020B0604020202020204" pitchFamily="34" charset="0"/>
              <a:buChar char="•"/>
            </a:pPr>
            <a:r>
              <a:rPr lang="nl-NL" sz="1800" b="1" dirty="0">
                <a:solidFill>
                  <a:schemeClr val="tx2"/>
                </a:solidFill>
              </a:rPr>
              <a:t>Bijschriften en maten zijn geen assets en hebben dus geen XML data</a:t>
            </a:r>
          </a:p>
          <a:p>
            <a:pPr marL="285750" indent="-285750">
              <a:buFont typeface="Arial" panose="020B0604020202020204" pitchFamily="34" charset="0"/>
              <a:buChar char="•"/>
            </a:pPr>
            <a:r>
              <a:rPr lang="nl-NL" dirty="0"/>
              <a:t>Elke asset in de tekening is met de handle (de unieke sleutel in de CAD tekening) gekoppeld aan het bijbehorende record in XML. De Handle is daarom een verplicht attribuut in het </a:t>
            </a:r>
            <a:r>
              <a:rPr lang="nl-NL" dirty="0" err="1"/>
              <a:t>XML-bestand</a:t>
            </a:r>
            <a:r>
              <a:rPr lang="nl-NL" dirty="0"/>
              <a:t>.</a:t>
            </a:r>
          </a:p>
          <a:p>
            <a:pPr marL="285750" indent="-285750">
              <a:buFont typeface="Arial" panose="020B0604020202020204" pitchFamily="34" charset="0"/>
              <a:buChar char="•"/>
            </a:pPr>
            <a:r>
              <a:rPr lang="nl-NL" dirty="0"/>
              <a:t>Optioneel kan de geometrie in XML worden meegenomen. Dit vereenvoudigt het inlezen van revisie in GIS enorm</a:t>
            </a:r>
          </a:p>
          <a:p>
            <a:pPr marL="285750" indent="-285750">
              <a:buFont typeface="Arial" panose="020B0604020202020204" pitchFamily="34" charset="0"/>
              <a:buChar char="•"/>
            </a:pPr>
            <a:endParaRPr lang="nl-NL" sz="1800" b="1" dirty="0">
              <a:solidFill>
                <a:schemeClr val="tx2"/>
              </a:solidFill>
            </a:endParaRPr>
          </a:p>
          <a:p>
            <a:pPr marL="285750" indent="-285750">
              <a:buFont typeface="Arial" panose="020B0604020202020204" pitchFamily="34" charset="0"/>
              <a:buChar char="•"/>
            </a:pPr>
            <a:r>
              <a:rPr lang="nl-NL" sz="1800" b="1" dirty="0">
                <a:solidFill>
                  <a:schemeClr val="tx2"/>
                </a:solidFill>
              </a:rPr>
              <a:t>Voor bestaande objecten is het aanbevolen om de unieke sleutel (bij voorkeur een </a:t>
            </a:r>
            <a:r>
              <a:rPr lang="nl-NL" sz="1800" b="1" dirty="0" err="1">
                <a:solidFill>
                  <a:schemeClr val="tx2"/>
                </a:solidFill>
              </a:rPr>
              <a:t>AssetID</a:t>
            </a:r>
            <a:r>
              <a:rPr lang="nl-NL" sz="1800" b="1" dirty="0">
                <a:solidFill>
                  <a:schemeClr val="tx2"/>
                </a:solidFill>
              </a:rPr>
              <a:t>) mee te geven. Hiermee kan de beheerder bij ontvangst van de revisie bestaande objecten trefzeker herkennen</a:t>
            </a:r>
          </a:p>
          <a:p>
            <a:endParaRPr lang="nl-NL" dirty="0"/>
          </a:p>
        </p:txBody>
      </p:sp>
      <p:sp>
        <p:nvSpPr>
          <p:cNvPr id="3" name="Title 2">
            <a:extLst>
              <a:ext uri="{FF2B5EF4-FFF2-40B4-BE49-F238E27FC236}">
                <a16:creationId xmlns:a16="http://schemas.microsoft.com/office/drawing/2014/main" id="{AC5FD06B-066C-DC16-00EE-8B444EFE9299}"/>
              </a:ext>
            </a:extLst>
          </p:cNvPr>
          <p:cNvSpPr>
            <a:spLocks noGrp="1"/>
          </p:cNvSpPr>
          <p:nvPr>
            <p:ph type="title"/>
          </p:nvPr>
        </p:nvSpPr>
        <p:spPr/>
        <p:txBody>
          <a:bodyPr/>
          <a:lstStyle/>
          <a:p>
            <a:r>
              <a:rPr lang="nl-NL" dirty="0"/>
              <a:t>NLCS++ nader uitgelegd</a:t>
            </a:r>
          </a:p>
        </p:txBody>
      </p:sp>
      <p:sp>
        <p:nvSpPr>
          <p:cNvPr id="4" name="Text Placeholder 3">
            <a:extLst>
              <a:ext uri="{FF2B5EF4-FFF2-40B4-BE49-F238E27FC236}">
                <a16:creationId xmlns:a16="http://schemas.microsoft.com/office/drawing/2014/main" id="{D33CFC03-2560-B1F4-A839-9E219AE73D46}"/>
              </a:ext>
            </a:extLst>
          </p:cNvPr>
          <p:cNvSpPr>
            <a:spLocks noGrp="1"/>
          </p:cNvSpPr>
          <p:nvPr>
            <p:ph type="body" sz="quarter" idx="14"/>
          </p:nvPr>
        </p:nvSpPr>
        <p:spPr/>
        <p:txBody>
          <a:bodyPr/>
          <a:lstStyle/>
          <a:p>
            <a:r>
              <a:rPr lang="nl-NL" dirty="0"/>
              <a:t>Praktische invulling XML/XSD</a:t>
            </a:r>
          </a:p>
        </p:txBody>
      </p:sp>
      <p:sp>
        <p:nvSpPr>
          <p:cNvPr id="5" name="Slide Number Placeholder 4">
            <a:extLst>
              <a:ext uri="{FF2B5EF4-FFF2-40B4-BE49-F238E27FC236}">
                <a16:creationId xmlns:a16="http://schemas.microsoft.com/office/drawing/2014/main" id="{40CF43F7-95A4-CE85-7232-77A4E5D17437}"/>
              </a:ext>
            </a:extLst>
          </p:cNvPr>
          <p:cNvSpPr>
            <a:spLocks noGrp="1"/>
          </p:cNvSpPr>
          <p:nvPr>
            <p:ph type="sldNum" sz="quarter" idx="12"/>
          </p:nvPr>
        </p:nvSpPr>
        <p:spPr/>
        <p:txBody>
          <a:bodyPr/>
          <a:lstStyle/>
          <a:p>
            <a:fld id="{55B2A88A-B7BD-41B1-9FCB-9BE633251ACA}" type="slidenum">
              <a:rPr lang="nl-NL" noProof="0" smtClean="0"/>
              <a:t>57</a:t>
            </a:fld>
            <a:endParaRPr lang="nl-NL" noProof="0"/>
          </a:p>
        </p:txBody>
      </p:sp>
      <p:pic>
        <p:nvPicPr>
          <p:cNvPr id="9" name="Picture 8">
            <a:extLst>
              <a:ext uri="{FF2B5EF4-FFF2-40B4-BE49-F238E27FC236}">
                <a16:creationId xmlns:a16="http://schemas.microsoft.com/office/drawing/2014/main" id="{52204BDE-EA18-3B4E-7EF8-06A7F6E7575C}"/>
              </a:ext>
            </a:extLst>
          </p:cNvPr>
          <p:cNvPicPr>
            <a:picLocks noChangeAspect="1"/>
          </p:cNvPicPr>
          <p:nvPr/>
        </p:nvPicPr>
        <p:blipFill rotWithShape="1">
          <a:blip r:embed="rId2"/>
          <a:srcRect l="10865" t="43683" r="55737" b="45530"/>
          <a:stretch/>
        </p:blipFill>
        <p:spPr>
          <a:xfrm>
            <a:off x="7730174" y="5700873"/>
            <a:ext cx="4071815" cy="570523"/>
          </a:xfrm>
          <a:prstGeom prst="rect">
            <a:avLst/>
          </a:prstGeom>
          <a:effectLst>
            <a:outerShdw blurRad="50800" dist="38100" dir="2700000" algn="tl" rotWithShape="0">
              <a:prstClr val="black">
                <a:alpha val="40000"/>
              </a:prstClr>
            </a:outerShdw>
          </a:effectLst>
        </p:spPr>
      </p:pic>
      <p:grpSp>
        <p:nvGrpSpPr>
          <p:cNvPr id="13" name="Group 12">
            <a:extLst>
              <a:ext uri="{FF2B5EF4-FFF2-40B4-BE49-F238E27FC236}">
                <a16:creationId xmlns:a16="http://schemas.microsoft.com/office/drawing/2014/main" id="{B4BCC5E5-D6BC-379D-2A34-90FF4F65482E}"/>
              </a:ext>
            </a:extLst>
          </p:cNvPr>
          <p:cNvGrpSpPr/>
          <p:nvPr/>
        </p:nvGrpSpPr>
        <p:grpSpPr>
          <a:xfrm>
            <a:off x="7882986" y="1467110"/>
            <a:ext cx="4309014" cy="2002231"/>
            <a:chOff x="9467190" y="2202132"/>
            <a:chExt cx="3371486" cy="1533473"/>
          </a:xfrm>
        </p:grpSpPr>
        <p:pic>
          <p:nvPicPr>
            <p:cNvPr id="7" name="Picture 6">
              <a:extLst>
                <a:ext uri="{FF2B5EF4-FFF2-40B4-BE49-F238E27FC236}">
                  <a16:creationId xmlns:a16="http://schemas.microsoft.com/office/drawing/2014/main" id="{5A8FCC17-7EEF-9156-CD24-23DA21F70A9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768025" y="2974230"/>
              <a:ext cx="3070651" cy="761375"/>
            </a:xfrm>
            <a:prstGeom prst="rect">
              <a:avLst/>
            </a:prstGeom>
            <a:effectLst/>
          </p:spPr>
        </p:pic>
        <p:pic>
          <p:nvPicPr>
            <p:cNvPr id="8" name="Picture 7">
              <a:extLst>
                <a:ext uri="{FF2B5EF4-FFF2-40B4-BE49-F238E27FC236}">
                  <a16:creationId xmlns:a16="http://schemas.microsoft.com/office/drawing/2014/main" id="{C31FCD4D-F32C-06EE-9C9C-1297ACDDEEB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6025" r="54065"/>
            <a:stretch/>
          </p:blipFill>
          <p:spPr>
            <a:xfrm>
              <a:off x="9467190" y="2586642"/>
              <a:ext cx="1512823" cy="387589"/>
            </a:xfrm>
            <a:prstGeom prst="rect">
              <a:avLst/>
            </a:prstGeom>
          </p:spPr>
        </p:pic>
        <p:pic>
          <p:nvPicPr>
            <p:cNvPr id="11" name="Picture 10">
              <a:extLst>
                <a:ext uri="{FF2B5EF4-FFF2-40B4-BE49-F238E27FC236}">
                  <a16:creationId xmlns:a16="http://schemas.microsoft.com/office/drawing/2014/main" id="{F8C47451-E6C9-87D6-2172-0AC047D3EB0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519138" y="2202132"/>
              <a:ext cx="2448511" cy="468036"/>
            </a:xfrm>
            <a:prstGeom prst="rect">
              <a:avLst/>
            </a:prstGeom>
          </p:spPr>
        </p:pic>
      </p:grpSp>
      <p:cxnSp>
        <p:nvCxnSpPr>
          <p:cNvPr id="15" name="Connector: Elbow 14">
            <a:extLst>
              <a:ext uri="{FF2B5EF4-FFF2-40B4-BE49-F238E27FC236}">
                <a16:creationId xmlns:a16="http://schemas.microsoft.com/office/drawing/2014/main" id="{0CA9A5D7-D129-C119-5886-EF55470B6F73}"/>
              </a:ext>
            </a:extLst>
          </p:cNvPr>
          <p:cNvCxnSpPr>
            <a:cxnSpLocks/>
            <a:endCxn id="11" idx="3"/>
          </p:cNvCxnSpPr>
          <p:nvPr/>
        </p:nvCxnSpPr>
        <p:spPr>
          <a:xfrm rot="16200000" flipV="1">
            <a:off x="10831402" y="2020023"/>
            <a:ext cx="715970" cy="221252"/>
          </a:xfrm>
          <a:prstGeom prst="bentConnector2">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20" name="Arrow: Curved Left 19">
            <a:extLst>
              <a:ext uri="{FF2B5EF4-FFF2-40B4-BE49-F238E27FC236}">
                <a16:creationId xmlns:a16="http://schemas.microsoft.com/office/drawing/2014/main" id="{BC75D807-71F7-931C-95A1-F2B767C038D4}"/>
              </a:ext>
            </a:extLst>
          </p:cNvPr>
          <p:cNvSpPr/>
          <p:nvPr/>
        </p:nvSpPr>
        <p:spPr>
          <a:xfrm>
            <a:off x="11624936" y="2633865"/>
            <a:ext cx="354106" cy="676836"/>
          </a:xfrm>
          <a:prstGeom prst="curved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nl-NL" sz="1400" dirty="0">
              <a:solidFill>
                <a:schemeClr val="tx1"/>
              </a:solidFill>
            </a:endParaRPr>
          </a:p>
        </p:txBody>
      </p:sp>
    </p:spTree>
    <p:extLst>
      <p:ext uri="{BB962C8B-B14F-4D97-AF65-F5344CB8AC3E}">
        <p14:creationId xmlns:p14="http://schemas.microsoft.com/office/powerpoint/2010/main" val="576881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562E4CC6-8B00-7AA4-65A9-8351E38288AC}"/>
              </a:ext>
            </a:extLst>
          </p:cNvPr>
          <p:cNvSpPr>
            <a:spLocks noGrp="1"/>
          </p:cNvSpPr>
          <p:nvPr>
            <p:ph type="body" orient="vert" idx="1"/>
          </p:nvPr>
        </p:nvSpPr>
        <p:spPr/>
        <p:txBody>
          <a:bodyPr/>
          <a:lstStyle/>
          <a:p>
            <a:pPr marL="285750" indent="-285750">
              <a:buFont typeface="Arial" panose="020B0604020202020204" pitchFamily="34" charset="0"/>
              <a:buChar char="•"/>
            </a:pPr>
            <a:r>
              <a:rPr lang="nl-NL" dirty="0"/>
              <a:t>AutoCAD biedt de mogelijkheid om attribuutdata op te slaan in Blocks (puntobjecten). Aangezien NLCS ook met andere CAD software gebruikt wordt, passen we deze mogelijkheid niet toe.</a:t>
            </a:r>
          </a:p>
          <a:p>
            <a:pPr marL="285750" indent="-285750">
              <a:buFont typeface="Arial" panose="020B0604020202020204" pitchFamily="34" charset="0"/>
              <a:buChar char="•"/>
            </a:pPr>
            <a:endParaRPr lang="nl-NL" dirty="0"/>
          </a:p>
          <a:p>
            <a:endParaRPr lang="nl-NL" dirty="0"/>
          </a:p>
        </p:txBody>
      </p:sp>
      <p:sp>
        <p:nvSpPr>
          <p:cNvPr id="3" name="Title 2">
            <a:extLst>
              <a:ext uri="{FF2B5EF4-FFF2-40B4-BE49-F238E27FC236}">
                <a16:creationId xmlns:a16="http://schemas.microsoft.com/office/drawing/2014/main" id="{B62AF7F8-0C59-7F00-9FFB-4E689E7F82E2}"/>
              </a:ext>
            </a:extLst>
          </p:cNvPr>
          <p:cNvSpPr>
            <a:spLocks noGrp="1"/>
          </p:cNvSpPr>
          <p:nvPr>
            <p:ph type="title"/>
          </p:nvPr>
        </p:nvSpPr>
        <p:spPr/>
        <p:txBody>
          <a:bodyPr/>
          <a:lstStyle/>
          <a:p>
            <a:r>
              <a:rPr lang="nl-NL" dirty="0"/>
              <a:t>NLCS++ nader uitgelegd</a:t>
            </a:r>
          </a:p>
        </p:txBody>
      </p:sp>
      <p:sp>
        <p:nvSpPr>
          <p:cNvPr id="4" name="Text Placeholder 3">
            <a:extLst>
              <a:ext uri="{FF2B5EF4-FFF2-40B4-BE49-F238E27FC236}">
                <a16:creationId xmlns:a16="http://schemas.microsoft.com/office/drawing/2014/main" id="{77AFC024-284E-6BED-AA80-E03401236623}"/>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56C73206-387A-05C9-2464-16AEA81CC329}"/>
              </a:ext>
            </a:extLst>
          </p:cNvPr>
          <p:cNvSpPr>
            <a:spLocks noGrp="1"/>
          </p:cNvSpPr>
          <p:nvPr>
            <p:ph type="sldNum" sz="quarter" idx="12"/>
          </p:nvPr>
        </p:nvSpPr>
        <p:spPr/>
        <p:txBody>
          <a:bodyPr/>
          <a:lstStyle/>
          <a:p>
            <a:fld id="{55B2A88A-B7BD-41B1-9FCB-9BE633251ACA}" type="slidenum">
              <a:rPr lang="nl-NL" noProof="0" smtClean="0"/>
              <a:t>58</a:t>
            </a:fld>
            <a:endParaRPr lang="nl-NL" noProof="0"/>
          </a:p>
        </p:txBody>
      </p:sp>
    </p:spTree>
    <p:extLst>
      <p:ext uri="{BB962C8B-B14F-4D97-AF65-F5344CB8AC3E}">
        <p14:creationId xmlns:p14="http://schemas.microsoft.com/office/powerpoint/2010/main" val="1491513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a:extLst>
              <a:ext uri="{FF2B5EF4-FFF2-40B4-BE49-F238E27FC236}">
                <a16:creationId xmlns:a16="http://schemas.microsoft.com/office/drawing/2014/main" id="{86BFA8B4-7282-A3DA-AC60-586AAEB96E56}"/>
              </a:ext>
            </a:extLst>
          </p:cNvPr>
          <p:cNvSpPr>
            <a:spLocks noGrp="1"/>
          </p:cNvSpPr>
          <p:nvPr>
            <p:ph type="body" orient="vert" idx="1"/>
          </p:nvPr>
        </p:nvSpPr>
        <p:spPr>
          <a:xfrm>
            <a:off x="496713" y="1467110"/>
            <a:ext cx="11198569" cy="5093488"/>
          </a:xfrm>
        </p:spPr>
        <p:txBody>
          <a:bodyPr>
            <a:normAutofit fontScale="85000" lnSpcReduction="20000"/>
          </a:bodyPr>
          <a:lstStyle/>
          <a:p>
            <a:pPr marL="285750" indent="-285750">
              <a:buFont typeface="Arial" panose="020B0604020202020204" pitchFamily="34" charset="0"/>
              <a:buChar char="•"/>
            </a:pPr>
            <a:r>
              <a:rPr lang="nl-NL" dirty="0">
                <a:solidFill>
                  <a:srgbClr val="92D050"/>
                </a:solidFill>
              </a:rPr>
              <a:t>Lezen en schrijven van XML en XSD, waarbij de Handle de verbindende schakel is tussen CAD-bestand en XML inclusief geometrie in het </a:t>
            </a:r>
            <a:r>
              <a:rPr lang="nl-NL" dirty="0" err="1">
                <a:solidFill>
                  <a:srgbClr val="92D050"/>
                </a:solidFill>
              </a:rPr>
              <a:t>XML-bestand</a:t>
            </a:r>
            <a:endParaRPr lang="nl-NL" dirty="0">
              <a:solidFill>
                <a:srgbClr val="92D050"/>
              </a:solidFill>
            </a:endParaRPr>
          </a:p>
          <a:p>
            <a:pPr marL="285750" indent="-285750">
              <a:buFont typeface="Arial" panose="020B0604020202020204" pitchFamily="34" charset="0"/>
              <a:buChar char="•"/>
            </a:pPr>
            <a:r>
              <a:rPr lang="nl-NL" dirty="0">
                <a:solidFill>
                  <a:srgbClr val="92D050"/>
                </a:solidFill>
              </a:rPr>
              <a:t>Weergeven en editen van attribuutinformatie, inclusief gebruik van keuzelijsten uit de XSD</a:t>
            </a:r>
          </a:p>
          <a:p>
            <a:pPr marL="285750" indent="-285750">
              <a:buFont typeface="Arial" panose="020B0604020202020204" pitchFamily="34" charset="0"/>
              <a:buChar char="•"/>
            </a:pPr>
            <a:r>
              <a:rPr lang="nl-NL" dirty="0">
                <a:solidFill>
                  <a:srgbClr val="92D050"/>
                </a:solidFill>
              </a:rPr>
              <a:t>Gebruik van Hoofd- en kleine letters in laagnamen toestaan</a:t>
            </a:r>
          </a:p>
          <a:p>
            <a:pPr marL="285750" indent="-285750">
              <a:buFont typeface="Arial" panose="020B0604020202020204" pitchFamily="34" charset="0"/>
              <a:buChar char="•"/>
            </a:pPr>
            <a:r>
              <a:rPr lang="nl-NL" dirty="0"/>
              <a:t>Ondersteuning van Bedrijfstoestand en Bewerking (in laagnaam en editing vergelijkbaar met status)</a:t>
            </a:r>
          </a:p>
          <a:p>
            <a:pPr marL="285750" indent="-285750">
              <a:buFont typeface="Arial" panose="020B0604020202020204" pitchFamily="34" charset="0"/>
              <a:buChar char="•"/>
            </a:pPr>
            <a:r>
              <a:rPr lang="nl-NL" dirty="0"/>
              <a:t>Ondersteuning voor bijschriften bij tracé (</a:t>
            </a:r>
            <a:r>
              <a:rPr lang="nl-NL" dirty="0" err="1"/>
              <a:t>AmantelbuisInhoud</a:t>
            </a:r>
            <a:r>
              <a:rPr lang="nl-NL" dirty="0"/>
              <a:t>)</a:t>
            </a:r>
          </a:p>
          <a:p>
            <a:pPr marL="285750" indent="-285750">
              <a:buFont typeface="Arial" panose="020B0604020202020204" pitchFamily="34" charset="0"/>
              <a:buChar char="•"/>
            </a:pPr>
            <a:r>
              <a:rPr lang="nl-NL" dirty="0"/>
              <a:t>Configuratie: </a:t>
            </a:r>
          </a:p>
          <a:p>
            <a:pPr marL="647656" lvl="3" indent="-285750">
              <a:spcAft>
                <a:spcPts val="0"/>
              </a:spcAft>
            </a:pPr>
            <a:r>
              <a:rPr lang="nl-NL" sz="1800" b="1" dirty="0">
                <a:solidFill>
                  <a:srgbClr val="92D050"/>
                </a:solidFill>
              </a:rPr>
              <a:t>Vastleggen van de relatie tussen NLCS laagnaam en object in het informatiemodel </a:t>
            </a:r>
            <a:r>
              <a:rPr lang="nl-NL" sz="1800" b="1" dirty="0">
                <a:solidFill>
                  <a:schemeClr val="tx2"/>
                </a:solidFill>
              </a:rPr>
              <a:t>inclusief de mogelijkheid om dit voor een </a:t>
            </a:r>
            <a:r>
              <a:rPr lang="nl-NL" sz="1800" b="1" dirty="0" err="1">
                <a:solidFill>
                  <a:schemeClr val="tx2"/>
                </a:solidFill>
              </a:rPr>
              <a:t>subboom</a:t>
            </a:r>
            <a:r>
              <a:rPr lang="nl-NL" sz="1800" b="1" dirty="0">
                <a:solidFill>
                  <a:schemeClr val="tx2"/>
                </a:solidFill>
              </a:rPr>
              <a:t> in één keer in te stellen</a:t>
            </a:r>
          </a:p>
          <a:p>
            <a:pPr marL="647656" lvl="3" indent="-285750">
              <a:spcAft>
                <a:spcPts val="0"/>
              </a:spcAft>
            </a:pPr>
            <a:r>
              <a:rPr lang="nl-NL" sz="1800" b="1" dirty="0">
                <a:solidFill>
                  <a:schemeClr val="tx2"/>
                </a:solidFill>
              </a:rPr>
              <a:t>Vastleggen van de relatie tussen attributen uit het informatiemodel en de corresponderende delen van de laagnaam(subgroep)</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Consistent houden van attributen met laagnaam (status, bedrijfstoestand, bewerking, subgroepen) tijdens het editen</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Bij splitsen van objecten behoud van de attribuutdata voor beide objecten</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Bij samenvoegen van objecten: gebruiker keuze geven welke attributen worden gebruikt</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Bij (deels) verplaatsen van objecten zorgen dat de juiste objecten/attributen worden gebruikt</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Ondersteuning geometrie in XML en V10 XSD</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Ondersteuning voor incourante materialen</a:t>
            </a:r>
          </a:p>
          <a:p>
            <a:pPr marL="285750" lvl="1" indent="-285750">
              <a:spcAft>
                <a:spcPts val="0"/>
              </a:spcAft>
              <a:buClr>
                <a:schemeClr val="accent1"/>
              </a:buClr>
              <a:buFont typeface="Arial" panose="020B0604020202020204" pitchFamily="34" charset="0"/>
              <a:buChar char="•"/>
            </a:pPr>
            <a:r>
              <a:rPr lang="nl-NL" sz="1800" b="1" dirty="0">
                <a:solidFill>
                  <a:schemeClr val="tx2"/>
                </a:solidFill>
              </a:rPr>
              <a:t>Optioneel:</a:t>
            </a:r>
          </a:p>
          <a:p>
            <a:pPr marL="647656" lvl="3" indent="-285750">
              <a:spcAft>
                <a:spcPts val="0"/>
              </a:spcAft>
            </a:pPr>
            <a:r>
              <a:rPr lang="nl-NL" sz="1800" b="1" dirty="0">
                <a:solidFill>
                  <a:srgbClr val="92D050"/>
                </a:solidFill>
              </a:rPr>
              <a:t>Editen van attribuutdata van meerdere objecten (zelfde type) tegelijk</a:t>
            </a:r>
          </a:p>
          <a:p>
            <a:pPr marL="647656" lvl="3" indent="-285750">
              <a:spcAft>
                <a:spcPts val="0"/>
              </a:spcAft>
            </a:pPr>
            <a:r>
              <a:rPr lang="nl-NL" sz="1800" b="1" dirty="0">
                <a:solidFill>
                  <a:schemeClr val="tx2"/>
                </a:solidFill>
              </a:rPr>
              <a:t>Controle op logische combinaties van ingevulde attributen</a:t>
            </a:r>
          </a:p>
          <a:p>
            <a:pPr marL="647656" lvl="3" indent="-285750">
              <a:spcAft>
                <a:spcPts val="0"/>
              </a:spcAft>
            </a:pPr>
            <a:r>
              <a:rPr lang="nl-NL" sz="1800" b="1" dirty="0">
                <a:solidFill>
                  <a:schemeClr val="tx2"/>
                </a:solidFill>
              </a:rPr>
              <a:t>Mantelbuizen als brede lijn weergeven</a:t>
            </a:r>
          </a:p>
          <a:p>
            <a:pPr marL="647656" lvl="3" indent="-285750">
              <a:spcAft>
                <a:spcPts val="0"/>
              </a:spcAft>
            </a:pPr>
            <a:endParaRPr lang="nl-NL" sz="1800" b="1" dirty="0">
              <a:solidFill>
                <a:schemeClr val="tx2"/>
              </a:solidFill>
            </a:endParaRPr>
          </a:p>
        </p:txBody>
      </p:sp>
      <p:sp>
        <p:nvSpPr>
          <p:cNvPr id="3" name="Title 2">
            <a:extLst>
              <a:ext uri="{FF2B5EF4-FFF2-40B4-BE49-F238E27FC236}">
                <a16:creationId xmlns:a16="http://schemas.microsoft.com/office/drawing/2014/main" id="{4D11D289-D0FC-BFC2-4D23-E2C716442CDF}"/>
              </a:ext>
            </a:extLst>
          </p:cNvPr>
          <p:cNvSpPr>
            <a:spLocks noGrp="1"/>
          </p:cNvSpPr>
          <p:nvPr>
            <p:ph type="title"/>
          </p:nvPr>
        </p:nvSpPr>
        <p:spPr/>
        <p:txBody>
          <a:bodyPr/>
          <a:lstStyle/>
          <a:p>
            <a:r>
              <a:rPr lang="nl-NL" dirty="0"/>
              <a:t>Benodigde functionaliteit in NLCS software </a:t>
            </a:r>
            <a:r>
              <a:rPr lang="nl-NL" dirty="0" err="1"/>
              <a:t>tbv</a:t>
            </a:r>
            <a:r>
              <a:rPr lang="nl-NL" dirty="0"/>
              <a:t> NLCS++</a:t>
            </a:r>
          </a:p>
        </p:txBody>
      </p:sp>
      <p:sp>
        <p:nvSpPr>
          <p:cNvPr id="4" name="Text Placeholder 3">
            <a:extLst>
              <a:ext uri="{FF2B5EF4-FFF2-40B4-BE49-F238E27FC236}">
                <a16:creationId xmlns:a16="http://schemas.microsoft.com/office/drawing/2014/main" id="{41859D05-A589-6490-157E-6C142CF67614}"/>
              </a:ext>
            </a:extLst>
          </p:cNvPr>
          <p:cNvSpPr>
            <a:spLocks noGrp="1"/>
          </p:cNvSpPr>
          <p:nvPr>
            <p:ph type="body" sz="quarter" idx="14"/>
          </p:nvPr>
        </p:nvSpPr>
        <p:spPr/>
        <p:txBody>
          <a:bodyPr/>
          <a:lstStyle/>
          <a:p>
            <a:endParaRPr lang="nl-NL"/>
          </a:p>
        </p:txBody>
      </p:sp>
      <p:sp>
        <p:nvSpPr>
          <p:cNvPr id="5" name="Slide Number Placeholder 4">
            <a:extLst>
              <a:ext uri="{FF2B5EF4-FFF2-40B4-BE49-F238E27FC236}">
                <a16:creationId xmlns:a16="http://schemas.microsoft.com/office/drawing/2014/main" id="{6DFA2F5D-9A97-2B08-177F-FAD83FE9428D}"/>
              </a:ext>
            </a:extLst>
          </p:cNvPr>
          <p:cNvSpPr>
            <a:spLocks noGrp="1"/>
          </p:cNvSpPr>
          <p:nvPr>
            <p:ph type="sldNum" sz="quarter" idx="12"/>
          </p:nvPr>
        </p:nvSpPr>
        <p:spPr/>
        <p:txBody>
          <a:bodyPr/>
          <a:lstStyle/>
          <a:p>
            <a:fld id="{55B2A88A-B7BD-41B1-9FCB-9BE633251ACA}" type="slidenum">
              <a:rPr lang="nl-NL" noProof="0" smtClean="0"/>
              <a:t>59</a:t>
            </a:fld>
            <a:endParaRPr lang="nl-NL" noProof="0"/>
          </a:p>
        </p:txBody>
      </p:sp>
    </p:spTree>
    <p:extLst>
      <p:ext uri="{BB962C8B-B14F-4D97-AF65-F5344CB8AC3E}">
        <p14:creationId xmlns:p14="http://schemas.microsoft.com/office/powerpoint/2010/main" val="160922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Alliander">
  <a:themeElements>
    <a:clrScheme name="Aangepast 18">
      <a:dk1>
        <a:sysClr val="windowText" lastClr="000000"/>
      </a:dk1>
      <a:lt1>
        <a:sysClr val="window" lastClr="FFFFFF"/>
      </a:lt1>
      <a:dk2>
        <a:srgbClr val="CD5A19"/>
      </a:dk2>
      <a:lt2>
        <a:srgbClr val="8BB63B"/>
      </a:lt2>
      <a:accent1>
        <a:srgbClr val="8BB63B"/>
      </a:accent1>
      <a:accent2>
        <a:srgbClr val="AF1A1C"/>
      </a:accent2>
      <a:accent3>
        <a:srgbClr val="CD5A19"/>
      </a:accent3>
      <a:accent4>
        <a:srgbClr val="7F1F7D"/>
      </a:accent4>
      <a:accent5>
        <a:srgbClr val="000000"/>
      </a:accent5>
      <a:accent6>
        <a:srgbClr val="CECFCF"/>
      </a:accent6>
      <a:hlink>
        <a:srgbClr val="CECFCF"/>
      </a:hlink>
      <a:folHlink>
        <a:srgbClr val="4C4C4C"/>
      </a:folHlink>
    </a:clrScheme>
    <a:fontScheme name="Aangepast 29">
      <a:majorFont>
        <a:latin typeface="Microsoft JhengHei Light"/>
        <a:ea typeface=""/>
        <a:cs typeface=""/>
      </a:majorFont>
      <a:minorFont>
        <a:latin typeface="Microsoft JhengHei Light"/>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08000" tIns="108000" rIns="108000" bIns="108000" rtlCol="0" anchor="ct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spAutoFit/>
      </a:bodyPr>
      <a:lstStyle>
        <a:defPPr algn="l">
          <a:defRPr sz="1600" dirty="0"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95A45F4597614280CCFE4BA289EC42" ma:contentTypeVersion="11" ma:contentTypeDescription="Een nieuw document maken." ma:contentTypeScope="" ma:versionID="1467ab82169d20b64ec1e40876992fb2">
  <xsd:schema xmlns:xsd="http://www.w3.org/2001/XMLSchema" xmlns:xs="http://www.w3.org/2001/XMLSchema" xmlns:p="http://schemas.microsoft.com/office/2006/metadata/properties" xmlns:ns2="abcf6ded-e1e6-4879-859a-95bb17657aaf" xmlns:ns3="046bc024-780c-48f4-850a-ff8a778c097e" targetNamespace="http://schemas.microsoft.com/office/2006/metadata/properties" ma:root="true" ma:fieldsID="37d7a01d8feb232bb0cf2b281bf7eeb0" ns2:_="" ns3:_="">
    <xsd:import namespace="abcf6ded-e1e6-4879-859a-95bb17657aaf"/>
    <xsd:import namespace="046bc024-780c-48f4-850a-ff8a778c09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cf6ded-e1e6-4879-859a-95bb17657a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ffc1a88e-ff28-4708-818d-a112f969d0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46bc024-780c-48f4-850a-ff8a778c097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1ad6ebb-0477-413d-b4e6-2e102a69b8cb}" ma:internalName="TaxCatchAll" ma:showField="CatchAllData" ma:web="046bc024-780c-48f4-850a-ff8a778c09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cf6ded-e1e6-4879-859a-95bb17657aaf">
      <Terms xmlns="http://schemas.microsoft.com/office/infopath/2007/PartnerControls"/>
    </lcf76f155ced4ddcb4097134ff3c332f>
    <TaxCatchAll xmlns="046bc024-780c-48f4-850a-ff8a778c097e" xsi:nil="true"/>
  </documentManagement>
</p:properties>
</file>

<file path=customXml/itemProps1.xml><?xml version="1.0" encoding="utf-8"?>
<ds:datastoreItem xmlns:ds="http://schemas.openxmlformats.org/officeDocument/2006/customXml" ds:itemID="{B7AEBBC6-BD59-425D-A1C2-FCF8D53701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cf6ded-e1e6-4879-859a-95bb17657aaf"/>
    <ds:schemaRef ds:uri="046bc024-780c-48f4-850a-ff8a778c09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7E8BE6-6E0C-4D42-9F6F-9CA49BA06C4A}">
  <ds:schemaRefs>
    <ds:schemaRef ds:uri="http://schemas.microsoft.com/sharepoint/v3/contenttype/forms"/>
  </ds:schemaRefs>
</ds:datastoreItem>
</file>

<file path=customXml/itemProps3.xml><?xml version="1.0" encoding="utf-8"?>
<ds:datastoreItem xmlns:ds="http://schemas.openxmlformats.org/officeDocument/2006/customXml" ds:itemID="{8A8B559B-1B48-4783-BF68-79DA5E470649}">
  <ds:schemaRefs>
    <ds:schemaRef ds:uri="640ccf2b-8165-4f30-a862-b98c68ca5b30"/>
    <ds:schemaRef ds:uri="http://purl.org/dc/term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c8beecc2-ced6-421c-bc15-df211b8222da"/>
    <ds:schemaRef ds:uri="http://schemas.microsoft.com/office/infopath/2007/PartnerControls"/>
    <ds:schemaRef ds:uri="http://www.w3.org/XML/1998/namespace"/>
    <ds:schemaRef ds:uri="http://purl.org/dc/dcmitype/"/>
    <ds:schemaRef ds:uri="9271b1d1-b612-447e-93de-d287d951c771"/>
    <ds:schemaRef ds:uri="7e31b95b-3de7-4f98-875c-e90d3d601180"/>
    <ds:schemaRef ds:uri="401ebc29-79fd-440c-8840-381796641343"/>
    <ds:schemaRef ds:uri="abcf6ded-e1e6-4879-859a-95bb17657aaf"/>
    <ds:schemaRef ds:uri="046bc024-780c-48f4-850a-ff8a778c097e"/>
  </ds:schemaRefs>
</ds:datastoreItem>
</file>

<file path=docProps/app.xml><?xml version="1.0" encoding="utf-8"?>
<Properties xmlns="http://schemas.openxmlformats.org/officeDocument/2006/extended-properties" xmlns:vt="http://schemas.openxmlformats.org/officeDocument/2006/docPropsVTypes">
  <TotalTime>20329</TotalTime>
  <Words>6005</Words>
  <Application>Microsoft Office PowerPoint</Application>
  <PresentationFormat>Widescreen</PresentationFormat>
  <Paragraphs>821</Paragraphs>
  <Slides>59</Slides>
  <Notes>10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2_Alliander</vt:lpstr>
      <vt:lpstr>PowerPoint Presentation</vt:lpstr>
      <vt:lpstr>Onderwerpen</vt:lpstr>
      <vt:lpstr>Huidige Situatie in de Sector</vt:lpstr>
      <vt:lpstr>Gewenste Situatie in de Sector</vt:lpstr>
      <vt:lpstr>Vergelijking beschikbare standaarden </vt:lpstr>
      <vt:lpstr>Waarom dit informatiemodel voor E &amp; G?</vt:lpstr>
      <vt:lpstr>Gebruiksdoelen Informatiemodel LS, MS en Gas</vt:lpstr>
      <vt:lpstr>Onderwerpen</vt:lpstr>
      <vt:lpstr>Status van het informatiemodel voor E en G</vt:lpstr>
      <vt:lpstr>Status uitwerking Informatiemodel</vt:lpstr>
      <vt:lpstr>Onderwerpen</vt:lpstr>
      <vt:lpstr>Uitgangspunten Informatiemodel E en G</vt:lpstr>
      <vt:lpstr>Uitgangspunten informatiemodel E en G</vt:lpstr>
      <vt:lpstr>Uitgangspunten informatiemodel E en G</vt:lpstr>
      <vt:lpstr>Informatiemodel en 3D</vt:lpstr>
      <vt:lpstr>Coördinaten van assets</vt:lpstr>
      <vt:lpstr>Kunstwerk, aanlegtechniek en Mantelbuis</vt:lpstr>
      <vt:lpstr>Uitgangspunten in de modellering</vt:lpstr>
      <vt:lpstr>Hoe gaan we om met incourante types?</vt:lpstr>
      <vt:lpstr>Uitgangspunten</vt:lpstr>
      <vt:lpstr>Statusmodel</vt:lpstr>
      <vt:lpstr>Statusmodel, definities</vt:lpstr>
      <vt:lpstr>Statusmodel: Bewerking</vt:lpstr>
      <vt:lpstr>Relaties tussen objecten</vt:lpstr>
      <vt:lpstr>Objecten Elektra en Algemeen in het model</vt:lpstr>
      <vt:lpstr>Objecten Gas incl KB in het model</vt:lpstr>
      <vt:lpstr>Gas appendages overig</vt:lpstr>
      <vt:lpstr>Telecom</vt:lpstr>
      <vt:lpstr>Kabel/leiding in mantelbuis</vt:lpstr>
      <vt:lpstr>Kabel/leiding in mantelbuis</vt:lpstr>
      <vt:lpstr>Kabel/leiding in mantelbuis: grafisch en alfanumeriek</vt:lpstr>
      <vt:lpstr>Kabel in Mantelbuis: eenfasekabels</vt:lpstr>
      <vt:lpstr>Verplaatsen van kabels/leidingen</vt:lpstr>
      <vt:lpstr>Verplaatsen van kabels/leidingen</vt:lpstr>
      <vt:lpstr>Verplaatsen</vt:lpstr>
      <vt:lpstr>Plantopo</vt:lpstr>
      <vt:lpstr>Modellering van de aansluiting</vt:lpstr>
      <vt:lpstr>Use cases: specifieke situaties.</vt:lpstr>
      <vt:lpstr>Use cases: specifieke situaties.</vt:lpstr>
      <vt:lpstr>Use cases: specifieke situaties.</vt:lpstr>
      <vt:lpstr>Use cases: specifieke situaties.</vt:lpstr>
      <vt:lpstr>Use cases: specifieke situaties.</vt:lpstr>
      <vt:lpstr>Use cases: specifieke situaties.</vt:lpstr>
      <vt:lpstr>Use cases: specifieke situaties.</vt:lpstr>
      <vt:lpstr>Use cases: specifieke situaties.</vt:lpstr>
      <vt:lpstr>Leiding wordt hergebruikt als mantelbuis</vt:lpstr>
      <vt:lpstr>Verschil tussen administratie en werkelijkheid</vt:lpstr>
      <vt:lpstr>Projectinformatie</vt:lpstr>
      <vt:lpstr>Oplevering Informatiemodel, deliverables</vt:lpstr>
      <vt:lpstr>Overzicht restpunten:</vt:lpstr>
      <vt:lpstr>Onderwerpen</vt:lpstr>
      <vt:lpstr>Uitgangspunten voor attributen in NLCS</vt:lpstr>
      <vt:lpstr>Criteria formaatkeuze voor attribuutdata in NLCS</vt:lpstr>
      <vt:lpstr>NLCS++ nader uitgelegd</vt:lpstr>
      <vt:lpstr>NLCS++ nader uitgelegd</vt:lpstr>
      <vt:lpstr>NLCS++ nader uitgelegd</vt:lpstr>
      <vt:lpstr>NLCS++ nader uitgelegd</vt:lpstr>
      <vt:lpstr>NLCS++ nader uitgelegd</vt:lpstr>
      <vt:lpstr>Benodigde functionaliteit in NLCS software tbv NLCS++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Co-creatie Sessie Innovatie Symposium</dc:title>
  <dc:creator>Hannah Hogenkamp</dc:creator>
  <cp:lastModifiedBy>Dimitry  Dekker | Net4s</cp:lastModifiedBy>
  <cp:revision>140</cp:revision>
  <dcterms:created xsi:type="dcterms:W3CDTF">2022-01-26T08:18:36Z</dcterms:created>
  <dcterms:modified xsi:type="dcterms:W3CDTF">2025-03-18T08:23:30Z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0x0101006595A45F4597614280CCFE4BA289EC42</vt:lpwstr>
  </property>
  <property fmtid="{D5CDD505-2E9C-101B-9397-08002B2CF9AE}" pid="3" name="_dlc_DocIdItemGuid">
    <vt:lpwstr>9c347215-b2a0-4b5a-921d-e0c43134e2ed</vt:lpwstr>
  </property>
  <property fmtid="{D5CDD505-2E9C-101B-9397-08002B2CF9AE}" pid="4" name="MediaServiceImageTags">
    <vt:lpwstr/>
  </property>
</Properties>
</file>